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29"/>
  </p:notesMasterIdLst>
  <p:sldIdLst>
    <p:sldId id="256" r:id="rId2"/>
    <p:sldId id="381" r:id="rId3"/>
    <p:sldId id="282" r:id="rId4"/>
    <p:sldId id="257" r:id="rId5"/>
    <p:sldId id="278" r:id="rId6"/>
    <p:sldId id="291" r:id="rId7"/>
    <p:sldId id="396" r:id="rId8"/>
    <p:sldId id="394" r:id="rId9"/>
    <p:sldId id="467" r:id="rId10"/>
    <p:sldId id="468" r:id="rId11"/>
    <p:sldId id="469" r:id="rId12"/>
    <p:sldId id="470" r:id="rId13"/>
    <p:sldId id="472" r:id="rId14"/>
    <p:sldId id="471" r:id="rId15"/>
    <p:sldId id="473" r:id="rId16"/>
    <p:sldId id="474" r:id="rId17"/>
    <p:sldId id="475" r:id="rId18"/>
    <p:sldId id="476" r:id="rId19"/>
    <p:sldId id="477" r:id="rId20"/>
    <p:sldId id="499" r:id="rId21"/>
    <p:sldId id="497" r:id="rId22"/>
    <p:sldId id="498" r:id="rId23"/>
    <p:sldId id="478" r:id="rId24"/>
    <p:sldId id="479" r:id="rId25"/>
    <p:sldId id="480" r:id="rId26"/>
    <p:sldId id="496" r:id="rId27"/>
    <p:sldId id="290" r:id="rId28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1" d="100"/>
          <a:sy n="81" d="100"/>
        </p:scale>
        <p:origin x="860" y="556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030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076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366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012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388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830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742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130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203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11427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343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41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4513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6662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3854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7100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417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4333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9741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6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200" b="1" dirty="0"/>
              <a:t>More About Objects and Methods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474133" y="1017726"/>
            <a:ext cx="8051667" cy="3847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419647"/>
              </p:ext>
            </p:extLst>
          </p:nvPr>
        </p:nvGraphicFramePr>
        <p:xfrm>
          <a:off x="853493" y="1236763"/>
          <a:ext cx="7437014" cy="333756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3221796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4215218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The Math class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Wrapper Classes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Static Variables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Overloading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Constructors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Ambiguity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Static 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The word ‘this’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Helper 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/>
                        <a:t>Packages</a:t>
                      </a: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6396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32859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876116" y="1573482"/>
            <a:ext cx="2605443" cy="51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Knowing how to use wrapper methods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4978213" y="1572746"/>
            <a:ext cx="2696252" cy="8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Knowing when to use wrapper methods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3811620" y="3298996"/>
            <a:ext cx="2029237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Knowing what ‘this’ means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the Math class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637938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overloaded methods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Creating, using constructors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wrapper classes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6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Examining Classes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217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Introducing Constructors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constructor is a method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Its main use is to initialize variables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Constructors are like mutator methods, but are called automatically when instantiating an object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Check the constructor for the Doggy class</a:t>
            </a:r>
          </a:p>
        </p:txBody>
      </p:sp>
    </p:spTree>
    <p:extLst>
      <p:ext uri="{BB962C8B-B14F-4D97-AF65-F5344CB8AC3E}">
        <p14:creationId xmlns:p14="http://schemas.microsoft.com/office/powerpoint/2010/main" val="2984155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Notes on Constructors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constructor must have the same name as the class it’s in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Constructors don’t have types, but may have parameters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always creates a default constructor if you don’t create one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Since a constructor is a method, it can call another constructor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8512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Static Variables and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only one copy of a static variable or method, no matter how many times you instantiate it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BaseballPlayer.java, BaseballTeam.java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84634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Static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544" y="1181854"/>
            <a:ext cx="6811971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common static method is a method that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Used in a class, and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Doesn’t belong to that class, and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Doesn’t need its class to be instantiated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example is </a:t>
            </a:r>
            <a:r>
              <a:rPr lang="en-US" sz="2800" b="1" dirty="0" err="1"/>
              <a:t>JOptionPane.showInputDialog</a:t>
            </a:r>
            <a:r>
              <a:rPr lang="en-US" sz="2800" b="1" dirty="0"/>
              <a:t> (---)</a:t>
            </a:r>
          </a:p>
        </p:txBody>
      </p:sp>
    </p:spTree>
    <p:extLst>
      <p:ext uri="{BB962C8B-B14F-4D97-AF65-F5344CB8AC3E}">
        <p14:creationId xmlns:p14="http://schemas.microsoft.com/office/powerpoint/2010/main" val="2112371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Examining the Math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looking at the Math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One data item in the class is PI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PI is public, final, static, double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don’t have to import or instantiate the Math class to use it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just say, for example</a:t>
            </a:r>
          </a:p>
          <a:p>
            <a:pPr marL="139700" indent="0"/>
            <a:r>
              <a:rPr lang="en-US" sz="2800" b="1" dirty="0"/>
              <a:t>	</a:t>
            </a:r>
            <a:r>
              <a:rPr lang="en-US" sz="2600" b="1" dirty="0"/>
              <a:t>double </a:t>
            </a:r>
            <a:r>
              <a:rPr lang="en-US" sz="2600" b="1" dirty="0" err="1"/>
              <a:t>circum</a:t>
            </a:r>
            <a:r>
              <a:rPr lang="en-US" sz="2600" b="1" dirty="0"/>
              <a:t> = </a:t>
            </a:r>
            <a:r>
              <a:rPr lang="en-US" sz="2600" b="1" dirty="0" err="1"/>
              <a:t>Math.PI</a:t>
            </a:r>
            <a:r>
              <a:rPr lang="en-US" sz="2600" b="1" dirty="0"/>
              <a:t> * diameter;</a:t>
            </a:r>
          </a:p>
        </p:txBody>
      </p:sp>
    </p:spTree>
    <p:extLst>
      <p:ext uri="{BB962C8B-B14F-4D97-AF65-F5344CB8AC3E}">
        <p14:creationId xmlns:p14="http://schemas.microsoft.com/office/powerpoint/2010/main" val="1216539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Some Notes about Static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Any method can call a static method, but static methods can only call static methods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 method should be static unless there is a reason to make it static</a:t>
            </a:r>
          </a:p>
        </p:txBody>
      </p:sp>
    </p:spTree>
    <p:extLst>
      <p:ext uri="{BB962C8B-B14F-4D97-AF65-F5344CB8AC3E}">
        <p14:creationId xmlns:p14="http://schemas.microsoft.com/office/powerpoint/2010/main" val="3552420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Wrapper Classes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“wrap” around other classes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Examples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Integer for int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Double for double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Character for char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They are used when you have an int, for example, but need a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We have seen </a:t>
            </a:r>
            <a:r>
              <a:rPr lang="en-US" sz="2600" b="1"/>
              <a:t>Character.toUpperClass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4211630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Wrapper Classes-An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36301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some sample code</a:t>
            </a:r>
          </a:p>
          <a:p>
            <a:pPr marL="596900" lvl="1" indent="0" algn="l"/>
            <a:r>
              <a:rPr lang="en-US" sz="2600" b="1" dirty="0"/>
              <a:t>    String s = “43”;</a:t>
            </a:r>
          </a:p>
          <a:p>
            <a:pPr marL="596900" lvl="1" indent="0" algn="l"/>
            <a:r>
              <a:rPr lang="en-US" sz="2600" b="1" dirty="0"/>
              <a:t>    int </a:t>
            </a:r>
            <a:r>
              <a:rPr lang="en-US" sz="2600" b="1" dirty="0" err="1"/>
              <a:t>i</a:t>
            </a:r>
            <a:r>
              <a:rPr lang="en-US" sz="2600" b="1" dirty="0"/>
              <a:t> = s;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won’t work—string data and integer data are stored differently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Instead, use</a:t>
            </a:r>
          </a:p>
          <a:p>
            <a:pPr marL="139700" indent="0"/>
            <a:r>
              <a:rPr lang="en-US" sz="2800" b="1" dirty="0"/>
              <a:t>	</a:t>
            </a:r>
            <a:r>
              <a:rPr lang="en-US" sz="2600" b="1" dirty="0"/>
              <a:t>int </a:t>
            </a:r>
            <a:r>
              <a:rPr lang="en-US" sz="2600" b="1" dirty="0" err="1"/>
              <a:t>i</a:t>
            </a:r>
            <a:r>
              <a:rPr lang="en-US" sz="2600" b="1" dirty="0"/>
              <a:t> = </a:t>
            </a:r>
            <a:r>
              <a:rPr lang="en-US" sz="2600" b="1" dirty="0" err="1"/>
              <a:t>Integer.parseInt</a:t>
            </a:r>
            <a:r>
              <a:rPr lang="en-US" sz="2600" b="1" dirty="0"/>
              <a:t> (s);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Use wrapper classes when you need a class, but only have a primitive type</a:t>
            </a:r>
          </a:p>
        </p:txBody>
      </p:sp>
    </p:spTree>
    <p:extLst>
      <p:ext uri="{BB962C8B-B14F-4D97-AF65-F5344CB8AC3E}">
        <p14:creationId xmlns:p14="http://schemas.microsoft.com/office/powerpoint/2010/main" val="3540714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Overloading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Overloading is when there are two methods with the same name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have to be different in some way for Java to distinguish between them</a:t>
            </a:r>
          </a:p>
        </p:txBody>
      </p:sp>
    </p:spTree>
    <p:extLst>
      <p:ext uri="{BB962C8B-B14F-4D97-AF65-F5344CB8AC3E}">
        <p14:creationId xmlns:p14="http://schemas.microsoft.com/office/powerpoint/2010/main" val="135850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Second Dog Constructor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build a second constructor for Dog:</a:t>
            </a:r>
          </a:p>
          <a:p>
            <a:pPr marL="596900" lvl="1" indent="0" algn="l"/>
            <a:r>
              <a:rPr lang="en-US" sz="2600" b="1" dirty="0"/>
              <a:t>    Dog (String </a:t>
            </a:r>
            <a:r>
              <a:rPr lang="en-US" sz="2600" b="1" dirty="0" err="1"/>
              <a:t>dogName</a:t>
            </a:r>
            <a:r>
              <a:rPr lang="en-US" sz="2600" b="1" dirty="0"/>
              <a:t>)</a:t>
            </a:r>
          </a:p>
          <a:p>
            <a:pPr marL="596900" lvl="1" indent="0" algn="l"/>
            <a:r>
              <a:rPr lang="en-US" sz="2600" b="1" dirty="0"/>
              <a:t>    {</a:t>
            </a:r>
          </a:p>
          <a:p>
            <a:pPr marL="596900" lvl="1" indent="0" algn="l"/>
            <a:r>
              <a:rPr lang="en-US" sz="2600" b="1" dirty="0"/>
              <a:t>         name = </a:t>
            </a:r>
            <a:r>
              <a:rPr lang="en-US" sz="2600" b="1" dirty="0" err="1"/>
              <a:t>dogName</a:t>
            </a:r>
            <a:r>
              <a:rPr lang="en-US" sz="2600" b="1" dirty="0"/>
              <a:t>;</a:t>
            </a:r>
          </a:p>
          <a:p>
            <a:pPr marL="596900" lvl="1" indent="0" algn="l"/>
            <a:r>
              <a:rPr lang="en-US" sz="2600" b="1" dirty="0"/>
              <a:t>    }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See the Ambiguity PowerPoint</a:t>
            </a:r>
          </a:p>
        </p:txBody>
      </p:sp>
    </p:spTree>
    <p:extLst>
      <p:ext uri="{BB962C8B-B14F-4D97-AF65-F5344CB8AC3E}">
        <p14:creationId xmlns:p14="http://schemas.microsoft.com/office/powerpoint/2010/main" val="2469241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Overloading in Action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5102" y="1181854"/>
            <a:ext cx="6742119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does Java know which one to use?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the Ambiguity PowerPoint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Using this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revise the second Dog constructor 	Dog (String </a:t>
            </a:r>
            <a:r>
              <a:rPr lang="en-US" sz="2800" b="1" dirty="0" err="1"/>
              <a:t>dogName</a:t>
            </a:r>
            <a:r>
              <a:rPr lang="en-US" sz="2800" b="1" dirty="0"/>
              <a:t>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{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	this (</a:t>
            </a:r>
            <a:r>
              <a:rPr lang="en-US" sz="2800" b="1" dirty="0" err="1"/>
              <a:t>dogName</a:t>
            </a:r>
            <a:r>
              <a:rPr lang="en-US" sz="2800" b="1" dirty="0"/>
              <a:t>, “”, 0);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996471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What does “this” do?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5102" y="1181854"/>
            <a:ext cx="6742119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refers to the class itself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this case, it distinguishes between the two different </a:t>
            </a:r>
            <a:r>
              <a:rPr lang="en-US" sz="2800" b="1" dirty="0" err="1"/>
              <a:t>dogName</a:t>
            </a:r>
            <a:r>
              <a:rPr lang="en-US" sz="2800" b="1" dirty="0"/>
              <a:t> constructors</a:t>
            </a:r>
          </a:p>
        </p:txBody>
      </p:sp>
    </p:spTree>
    <p:extLst>
      <p:ext uri="{BB962C8B-B14F-4D97-AF65-F5344CB8AC3E}">
        <p14:creationId xmlns:p14="http://schemas.microsoft.com/office/powerpoint/2010/main" val="3329430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Overloading in Action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now two constructors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does Java know which one to use?</a:t>
            </a:r>
          </a:p>
        </p:txBody>
      </p:sp>
    </p:spTree>
    <p:extLst>
      <p:ext uri="{BB962C8B-B14F-4D97-AF65-F5344CB8AC3E}">
        <p14:creationId xmlns:p14="http://schemas.microsoft.com/office/powerpoint/2010/main" val="2163055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“this”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revise the second constructor for Dog</a:t>
            </a:r>
          </a:p>
          <a:p>
            <a:pPr marL="596900" lvl="1" indent="0" algn="l"/>
            <a:r>
              <a:rPr lang="en-US" sz="2400" b="1" dirty="0"/>
              <a:t>    Dog (String </a:t>
            </a:r>
            <a:r>
              <a:rPr lang="en-US" sz="2400" b="1" dirty="0" err="1"/>
              <a:t>dogName</a:t>
            </a:r>
            <a:r>
              <a:rPr lang="en-US" sz="2400" b="1" dirty="0"/>
              <a:t>)</a:t>
            </a:r>
          </a:p>
          <a:p>
            <a:pPr marL="596900" lvl="1" indent="0" algn="l"/>
            <a:r>
              <a:rPr lang="en-US" sz="2400" b="1" dirty="0"/>
              <a:t>    {</a:t>
            </a:r>
          </a:p>
          <a:p>
            <a:pPr marL="596900" lvl="1" indent="0" algn="l"/>
            <a:r>
              <a:rPr lang="en-US" sz="2400" b="1" dirty="0"/>
              <a:t>         this (</a:t>
            </a:r>
            <a:r>
              <a:rPr lang="en-US" sz="2400" b="1" dirty="0" err="1"/>
              <a:t>dogName</a:t>
            </a:r>
            <a:r>
              <a:rPr lang="en-US" sz="2400" b="1" dirty="0"/>
              <a:t>, “”, 0);</a:t>
            </a:r>
          </a:p>
          <a:p>
            <a:pPr marL="596900" lvl="1" indent="0" algn="l"/>
            <a:r>
              <a:rPr lang="en-US" sz="2400" b="1" dirty="0"/>
              <a:t>    }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“this” refers to the class itself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Here, it allows one constructor to call another</a:t>
            </a:r>
          </a:p>
        </p:txBody>
      </p:sp>
    </p:spTree>
    <p:extLst>
      <p:ext uri="{BB962C8B-B14F-4D97-AF65-F5344CB8AC3E}">
        <p14:creationId xmlns:p14="http://schemas.microsoft.com/office/powerpoint/2010/main" val="3332792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Another Use for “this”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part of the Dog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1000" b="1" dirty="0"/>
          </a:p>
          <a:p>
            <a:pPr marL="596900" lvl="1" indent="0" algn="l"/>
            <a:r>
              <a:rPr lang="en-US" sz="2400" b="1" dirty="0"/>
              <a:t>   private String name;    // Name of dog</a:t>
            </a:r>
          </a:p>
          <a:p>
            <a:pPr marL="596900" lvl="1" indent="0" algn="l"/>
            <a:r>
              <a:rPr lang="en-US" sz="2400" b="1" dirty="0"/>
              <a:t>   private String breed;   // Breed of dog</a:t>
            </a:r>
          </a:p>
          <a:p>
            <a:pPr marL="596900" lvl="1" indent="0" algn="l"/>
            <a:r>
              <a:rPr lang="en-US" sz="2400" b="1" dirty="0"/>
              <a:t>   private int age;        // Age of dog</a:t>
            </a:r>
          </a:p>
          <a:p>
            <a:pPr marL="596900" lvl="1" indent="0" algn="l"/>
            <a:endParaRPr lang="en-US" sz="2400" b="1" dirty="0"/>
          </a:p>
          <a:p>
            <a:pPr marL="596900" lvl="1" indent="0" algn="l"/>
            <a:r>
              <a:rPr lang="en-US" sz="2400" b="1" dirty="0"/>
              <a:t>   //  Store name of dog</a:t>
            </a:r>
          </a:p>
          <a:p>
            <a:pPr marL="596900" lvl="1" indent="0" algn="l"/>
            <a:r>
              <a:rPr lang="en-US" sz="2400" b="1" dirty="0"/>
              <a:t>   public void </a:t>
            </a:r>
            <a:r>
              <a:rPr lang="en-US" sz="2400" b="1" dirty="0" err="1"/>
              <a:t>setName</a:t>
            </a:r>
            <a:r>
              <a:rPr lang="en-US" sz="2400" b="1" dirty="0"/>
              <a:t>(String name)</a:t>
            </a:r>
          </a:p>
          <a:p>
            <a:pPr marL="596900" lvl="1" indent="0" algn="l"/>
            <a:r>
              <a:rPr lang="en-US" sz="2400" b="1" dirty="0"/>
              <a:t>   {</a:t>
            </a:r>
          </a:p>
          <a:p>
            <a:pPr marL="596900" lvl="1" indent="0" algn="l"/>
            <a:r>
              <a:rPr lang="en-US" sz="2400" b="1" dirty="0"/>
              <a:t>      name = name;         // name = name?</a:t>
            </a:r>
          </a:p>
          <a:p>
            <a:pPr marL="596900" lvl="1" indent="0" algn="l"/>
            <a:r>
              <a:rPr lang="en-US" sz="2400" b="1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734709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How Can That Even Work?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Which name is which?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doesn’t know what you want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thinks you mean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Change the value of the parameter ‘name’ to itself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That won’t do anything useful!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won’t do what was intended: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Change the value of the instance variable ‘name’ to the value of the parameter ‘name’</a:t>
            </a:r>
          </a:p>
        </p:txBody>
      </p:sp>
    </p:spTree>
    <p:extLst>
      <p:ext uri="{BB962C8B-B14F-4D97-AF65-F5344CB8AC3E}">
        <p14:creationId xmlns:p14="http://schemas.microsoft.com/office/powerpoint/2010/main" val="1952888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Getting Java to Do What You Want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can avoid the problem by using this: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Change the line </a:t>
            </a:r>
          </a:p>
          <a:p>
            <a:pPr marL="596900" lvl="1" indent="0" algn="l"/>
            <a:r>
              <a:rPr lang="en-US" sz="2600" b="1" dirty="0"/>
              <a:t>    name = name;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</a:t>
            </a:r>
          </a:p>
          <a:p>
            <a:pPr marL="596900" lvl="1" indent="0" algn="l"/>
            <a:r>
              <a:rPr lang="en-US" sz="2600" b="1" dirty="0"/>
              <a:t>    this.name = name;</a:t>
            </a:r>
          </a:p>
          <a:p>
            <a:pPr marL="139700" indent="0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38848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Packages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Packages are a good way to put related programs together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organizes them for the programmer’s thinking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organizes them for the compiler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shouldn’t use them in </a:t>
            </a:r>
            <a:r>
              <a:rPr lang="en-US" sz="2800" b="1"/>
              <a:t>this class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75296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</TotalTime>
  <Words>816</Words>
  <Application>Microsoft Office PowerPoint</Application>
  <PresentationFormat>On-screen Show (16:9)</PresentationFormat>
  <Paragraphs>140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6</vt:lpstr>
      <vt:lpstr>Vocabulary, Concepts, and  Skills</vt:lpstr>
      <vt:lpstr>VOCABULARY</vt:lpstr>
      <vt:lpstr>CONCEPTS</vt:lpstr>
      <vt:lpstr>SKILLS</vt:lpstr>
      <vt:lpstr>Chapter 6</vt:lpstr>
      <vt:lpstr>Examining Classes</vt:lpstr>
      <vt:lpstr>Introducing Constructors</vt:lpstr>
      <vt:lpstr>More Notes on Constructors</vt:lpstr>
      <vt:lpstr>Static Variables and Methods</vt:lpstr>
      <vt:lpstr>Static Methods</vt:lpstr>
      <vt:lpstr>Examining the Math Class</vt:lpstr>
      <vt:lpstr>Some Notes about Static Methods</vt:lpstr>
      <vt:lpstr>Wrapper Classes</vt:lpstr>
      <vt:lpstr>Wrapper Classes-An Example</vt:lpstr>
      <vt:lpstr>Overloading</vt:lpstr>
      <vt:lpstr>A Second Dog Constructor</vt:lpstr>
      <vt:lpstr>Overloading in Action</vt:lpstr>
      <vt:lpstr>What does “this” do?</vt:lpstr>
      <vt:lpstr>Overloading in Action</vt:lpstr>
      <vt:lpstr>Using “this”</vt:lpstr>
      <vt:lpstr>Another Use for “this”</vt:lpstr>
      <vt:lpstr>How Can That Even Work?</vt:lpstr>
      <vt:lpstr>Getting Java to Do What You Want</vt:lpstr>
      <vt:lpstr>Packages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154</cp:revision>
  <cp:lastPrinted>2022-06-21T15:58:31Z</cp:lastPrinted>
  <dcterms:modified xsi:type="dcterms:W3CDTF">2024-10-03T01:24:42Z</dcterms:modified>
</cp:coreProperties>
</file>