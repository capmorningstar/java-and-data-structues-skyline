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43"/>
  </p:notesMasterIdLst>
  <p:sldIdLst>
    <p:sldId id="256" r:id="rId2"/>
    <p:sldId id="381" r:id="rId3"/>
    <p:sldId id="282" r:id="rId4"/>
    <p:sldId id="382" r:id="rId5"/>
    <p:sldId id="257" r:id="rId6"/>
    <p:sldId id="278" r:id="rId7"/>
    <p:sldId id="291" r:id="rId8"/>
    <p:sldId id="396" r:id="rId9"/>
    <p:sldId id="394" r:id="rId10"/>
    <p:sldId id="271" r:id="rId11"/>
    <p:sldId id="329" r:id="rId12"/>
    <p:sldId id="330" r:id="rId13"/>
    <p:sldId id="395" r:id="rId14"/>
    <p:sldId id="331" r:id="rId15"/>
    <p:sldId id="332" r:id="rId16"/>
    <p:sldId id="397" r:id="rId17"/>
    <p:sldId id="333" r:id="rId18"/>
    <p:sldId id="334" r:id="rId19"/>
    <p:sldId id="335" r:id="rId20"/>
    <p:sldId id="398" r:id="rId21"/>
    <p:sldId id="336" r:id="rId22"/>
    <p:sldId id="392" r:id="rId23"/>
    <p:sldId id="393" r:id="rId24"/>
    <p:sldId id="387" r:id="rId25"/>
    <p:sldId id="401" r:id="rId26"/>
    <p:sldId id="337" r:id="rId27"/>
    <p:sldId id="338" r:id="rId28"/>
    <p:sldId id="384" r:id="rId29"/>
    <p:sldId id="383" r:id="rId30"/>
    <p:sldId id="339" r:id="rId31"/>
    <p:sldId id="340" r:id="rId32"/>
    <p:sldId id="341" r:id="rId33"/>
    <p:sldId id="342" r:id="rId34"/>
    <p:sldId id="343" r:id="rId35"/>
    <p:sldId id="402" r:id="rId36"/>
    <p:sldId id="404" r:id="rId37"/>
    <p:sldId id="405" r:id="rId38"/>
    <p:sldId id="407" r:id="rId39"/>
    <p:sldId id="406" r:id="rId40"/>
    <p:sldId id="408" r:id="rId41"/>
    <p:sldId id="290" r:id="rId4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291" autoAdjust="0"/>
  </p:normalViewPr>
  <p:slideViewPr>
    <p:cSldViewPr snapToGrid="0">
      <p:cViewPr varScale="1">
        <p:scale>
          <a:sx n="81" d="100"/>
          <a:sy n="81" d="100"/>
        </p:scale>
        <p:origin x="860" y="64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2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739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030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901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3791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0132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8286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91707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72989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37909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90206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41616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4986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189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8097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71279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64352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60709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15131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31911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62279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01958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73116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17150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34354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08720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33712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83875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27017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50595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02975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34422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96911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9342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35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1" r:id="rId5"/>
    <p:sldLayoutId id="2147483669" r:id="rId6"/>
    <p:sldLayoutId id="2147483679" r:id="rId7"/>
    <p:sldLayoutId id="2147483681" r:id="rId8"/>
    <p:sldLayoutId id="2147483682" r:id="rId9"/>
    <p:sldLayoutId id="2147483683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4" name="Google Shape;514;p41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Chapter 1</a:t>
            </a:r>
            <a:endParaRPr dirty="0"/>
          </a:p>
        </p:txBody>
      </p: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1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Vocabulary, Concepts, and Skills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Every chapter will have these three items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highlight the main things that will be happening in the chapter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Some or all of these will be on the chapter exams</a:t>
            </a:r>
          </a:p>
        </p:txBody>
      </p:sp>
    </p:spTree>
    <p:extLst>
      <p:ext uri="{BB962C8B-B14F-4D97-AF65-F5344CB8AC3E}">
        <p14:creationId xmlns:p14="http://schemas.microsoft.com/office/powerpoint/2010/main" val="141862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612700" y="1185376"/>
            <a:ext cx="7913100" cy="368013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195057"/>
              </p:ext>
            </p:extLst>
          </p:nvPr>
        </p:nvGraphicFramePr>
        <p:xfrm>
          <a:off x="852882" y="1460015"/>
          <a:ext cx="7015473" cy="296672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2338491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1832183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  <a:gridCol w="2844799">
                  <a:extLst>
                    <a:ext uri="{9D8B030D-6E8A-4147-A177-3AD203B41FA5}">
                      <a16:colId xmlns:a16="http://schemas.microsoft.com/office/drawing/2014/main" val="1853622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Secondary Storage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Bytecode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IDE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Byte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JVM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Class Coding Principles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Bit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Case-sensitive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Readability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Address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Comment</a:t>
                      </a:r>
                      <a:endParaRPr lang="en-US" sz="1800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Compiling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Syntax error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4935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561584" y="3278651"/>
            <a:ext cx="2648374" cy="113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Things that increase readability are good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263668" y="3271522"/>
            <a:ext cx="2889874" cy="87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Syntax errors stop the compiling process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3945378" y="1607358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Java is case-sensitive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Typing in a Program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Compiling a Program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Fixing Syntax Errors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an IDE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1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Hardware--The CPU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217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Introduction to Hardware: The CPU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CPU means Central Processing Unit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It’s the real “computer”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has an arithmetic-logic unit (ALU) inside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can do math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can make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Language of the CPU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CPU understands and can execute commands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commands are in machine language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They are just 0s and 1s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Assembly language is the name we give to “machine language for humans”</a:t>
            </a:r>
          </a:p>
        </p:txBody>
      </p:sp>
    </p:spTree>
    <p:extLst>
      <p:ext uri="{BB962C8B-B14F-4D97-AF65-F5344CB8AC3E}">
        <p14:creationId xmlns:p14="http://schemas.microsoft.com/office/powerpoint/2010/main" val="2989843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Introduction to Hardware: Short-Term Storage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139700" indent="0"/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memory or 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volatile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means what’s stored there isn’t permanent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If you lose power, the contents of memory are lost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also called primary storage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Everything happens here</a:t>
            </a:r>
          </a:p>
        </p:txBody>
      </p:sp>
    </p:spTree>
    <p:extLst>
      <p:ext uri="{BB962C8B-B14F-4D97-AF65-F5344CB8AC3E}">
        <p14:creationId xmlns:p14="http://schemas.microsoft.com/office/powerpoint/2010/main" val="2323725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Hardware-Storage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6402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Storage-A Programmer’s View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All storage (hard drive, memory, flash drive) is made up of bytes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See the picture on p. 4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byte is made up of bits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A bit is a binary digit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It can have a value of 0 or 1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byte has 8 bits on an IBM PC</a:t>
            </a:r>
          </a:p>
        </p:txBody>
      </p:sp>
    </p:spTree>
    <p:extLst>
      <p:ext uri="{BB962C8B-B14F-4D97-AF65-F5344CB8AC3E}">
        <p14:creationId xmlns:p14="http://schemas.microsoft.com/office/powerpoint/2010/main" val="3685185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Looking Closely at Those Bytes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byte can store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any keyboard character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small number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Bytes have addresses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They are 0, 1, 2, 3, …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programmer views all storage (on any device) as a list of bytes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9212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Creating Programs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20516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Creating Programs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create a Java program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We say, “You write a program”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computer doesn’t understand Java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Java has to be translated (we say compiled) into another language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is compiled into bytecode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987498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Writing Programs-The Process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create a Java program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We call this a Java source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Java compiler converts it into a bytecode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JVM (Java Virtual Machine) executes the bytecode in the file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JVM is a program</a:t>
            </a:r>
          </a:p>
        </p:txBody>
      </p:sp>
    </p:spTree>
    <p:extLst>
      <p:ext uri="{BB962C8B-B14F-4D97-AF65-F5344CB8AC3E}">
        <p14:creationId xmlns:p14="http://schemas.microsoft.com/office/powerpoint/2010/main" val="1325339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That Extra Step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Why compile a program into bytecode?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Why not compile it into the computer’s own language?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value of bytecode is that Java programs can now run on any computer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All you need is a JVM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385691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IDEs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6843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Sample Program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will look at many programs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lines will be numbered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numbers allow us to talk about the program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Do not number the lines in your own programs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Many IDEs number lines automatically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932426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IDEs?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What’s an IDE?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IDE stands for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Integrated Development Environment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IDE is a tool you can use to type in your program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 will use </a:t>
            </a:r>
            <a:r>
              <a:rPr lang="en-US" sz="2800" b="1" dirty="0" err="1"/>
              <a:t>jGrasp</a:t>
            </a:r>
            <a:endParaRPr lang="en-US" sz="28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It’s a very easy-to-use program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You can use any IDE</a:t>
            </a:r>
          </a:p>
        </p:txBody>
      </p:sp>
    </p:spTree>
    <p:extLst>
      <p:ext uri="{BB962C8B-B14F-4D97-AF65-F5344CB8AC3E}">
        <p14:creationId xmlns:p14="http://schemas.microsoft.com/office/powerpoint/2010/main" val="612349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an IDE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Most IDEs come with three tools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An editor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This lets you type in your code and make changes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compiler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This lets you compile your code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debugger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This lets you test your code</a:t>
            </a:r>
          </a:p>
        </p:txBody>
      </p:sp>
    </p:spTree>
    <p:extLst>
      <p:ext uri="{BB962C8B-B14F-4D97-AF65-F5344CB8AC3E}">
        <p14:creationId xmlns:p14="http://schemas.microsoft.com/office/powerpoint/2010/main" val="765764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Creating Your Own Programs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this course you will have to write several programs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should download an IDE</a:t>
            </a:r>
          </a:p>
        </p:txBody>
      </p:sp>
    </p:spTree>
    <p:extLst>
      <p:ext uri="{BB962C8B-B14F-4D97-AF65-F5344CB8AC3E}">
        <p14:creationId xmlns:p14="http://schemas.microsoft.com/office/powerpoint/2010/main" val="2105556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An Example Program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5939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Our First Sample Program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program is listed on p. 51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It’s Listing 2.1 (EggBasket.java)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in a separate file </a:t>
            </a:r>
            <a:r>
              <a:rPr lang="en-US" sz="2800" b="1"/>
              <a:t>on Canvas</a:t>
            </a: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file is EggBasket.java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57712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Dissecting the Program-Part 1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is case-sensitive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Case-sensitive means that Hi, HI, and hi are all different</a:t>
            </a:r>
          </a:p>
        </p:txBody>
      </p:sp>
    </p:spTree>
    <p:extLst>
      <p:ext uri="{BB962C8B-B14F-4D97-AF65-F5344CB8AC3E}">
        <p14:creationId xmlns:p14="http://schemas.microsoft.com/office/powerpoint/2010/main" val="3633516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Comments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//  means the rest of the line is a comment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comment tells what is happening in the program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is in “free-form”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It doesn’t have to follow Java’s strict rules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You can write whatever you want to explain the program</a:t>
            </a:r>
          </a:p>
        </p:txBody>
      </p:sp>
    </p:spTree>
    <p:extLst>
      <p:ext uri="{BB962C8B-B14F-4D97-AF65-F5344CB8AC3E}">
        <p14:creationId xmlns:p14="http://schemas.microsoft.com/office/powerpoint/2010/main" val="1557852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Your Opening Comments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first four+ lines of every program should be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Your name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date you wrote the program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Which lab the program is for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Some lines describing what the program does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This could be one line or several lines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800997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Dissecting the Program-Part 2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247367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After the comments, the next line should be       </a:t>
            </a:r>
            <a:r>
              <a:rPr lang="en-US" sz="2600" b="1" dirty="0"/>
              <a:t>public class …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should pick a name for the class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name of this class is </a:t>
            </a:r>
            <a:r>
              <a:rPr lang="en-US" sz="2600" b="1" dirty="0" err="1"/>
              <a:t>EggBasket</a:t>
            </a:r>
            <a:endParaRPr lang="en-US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name should indicate what the program does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Capitalize the first letter of the name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Capitalize the first letter of each word in the name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334442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Dissecting the Program-Part 3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Then there are braces, { and }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These are very important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break up the program into logical pieces, called blocks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Pay attention to the indenting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We always indent after {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We always “unindent” before the matching brace }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braces should line up</a:t>
            </a:r>
          </a:p>
        </p:txBody>
      </p:sp>
    </p:spTree>
    <p:extLst>
      <p:ext uri="{BB962C8B-B14F-4D97-AF65-F5344CB8AC3E}">
        <p14:creationId xmlns:p14="http://schemas.microsoft.com/office/powerpoint/2010/main" val="3763676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More about Braces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last line says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braces should line up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means that a brace should be the only thing on a line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Some IDEs put opening braces at the end of a line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 will lose points for this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Double check your code to make sure braces are on their own lines</a:t>
            </a:r>
          </a:p>
        </p:txBody>
      </p:sp>
    </p:spTree>
    <p:extLst>
      <p:ext uri="{BB962C8B-B14F-4D97-AF65-F5344CB8AC3E}">
        <p14:creationId xmlns:p14="http://schemas.microsoft.com/office/powerpoint/2010/main" val="9264826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Dissecting the Program-Part 4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Then, at Line 8, the action starts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500" b="1" dirty="0"/>
              <a:t>public static void main (String [] </a:t>
            </a:r>
            <a:r>
              <a:rPr lang="en-US" sz="2500" b="1" dirty="0" err="1"/>
              <a:t>args</a:t>
            </a:r>
            <a:r>
              <a:rPr lang="en-US" sz="2500" b="1" dirty="0"/>
              <a:t>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should type that line EXACTLY the same way every time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is a brace on the next line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program is between this brace and its matching brace</a:t>
            </a:r>
          </a:p>
        </p:txBody>
      </p:sp>
    </p:spTree>
    <p:extLst>
      <p:ext uri="{BB962C8B-B14F-4D97-AF65-F5344CB8AC3E}">
        <p14:creationId xmlns:p14="http://schemas.microsoft.com/office/powerpoint/2010/main" val="34025042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Dissecting the Program-Part 5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real action comes next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Lines 12-15 print something on the screen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print EXACTLY what is in the quotes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Don’t mistype!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is the difference between print and </a:t>
            </a:r>
            <a:r>
              <a:rPr lang="en-US" sz="2800" b="1" dirty="0" err="1"/>
              <a:t>println</a:t>
            </a:r>
            <a:r>
              <a:rPr lang="en-US" sz="2800" b="1" dirty="0"/>
              <a:t>?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606376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Lab 1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17376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Lab 1 - Practice program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the first lab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have to create a program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purpose of this lab is to become familiar with Java and your IDE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2022787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Getting Credit for Your Hard Work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you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Have written the program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Checked that it compiles without </a:t>
            </a:r>
            <a:r>
              <a:rPr lang="en-US" sz="2600" b="1" u="sng" dirty="0"/>
              <a:t>any</a:t>
            </a:r>
            <a:r>
              <a:rPr lang="en-US" sz="2600" b="1" dirty="0"/>
              <a:t> errors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Are sure it runs correctly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Submit the program to Canvas</a:t>
            </a:r>
          </a:p>
        </p:txBody>
      </p:sp>
    </p:spTree>
    <p:extLst>
      <p:ext uri="{BB962C8B-B14F-4D97-AF65-F5344CB8AC3E}">
        <p14:creationId xmlns:p14="http://schemas.microsoft.com/office/powerpoint/2010/main" val="39604403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Academic Honesty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Again, I remind you of the academic honesty policy of this class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All work turned in to me must be fully your own work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will get a 0 on this lab if it’s not completely your </a:t>
            </a:r>
            <a:r>
              <a:rPr lang="en-US" sz="2800" b="1"/>
              <a:t>own work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957769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“Your Own Work”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Your own work means that the code was created entirely by you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Nothing was written by anyone else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Nothing came from the internet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Also, I remind you that I can ask you to explain any part of your program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166466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Syllabus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syllabus contains the full academic honesty policy for this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Please check with it for details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lab is due  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0684533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1735</TotalTime>
  <Words>1149</Words>
  <Application>Microsoft Office PowerPoint</Application>
  <PresentationFormat>On-screen Show (16:9)</PresentationFormat>
  <Paragraphs>204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Bebas Neue</vt:lpstr>
      <vt:lpstr>Kalam</vt:lpstr>
      <vt:lpstr>Special Elite</vt:lpstr>
      <vt:lpstr>US Great Outdoors Month by Slidesgo</vt:lpstr>
      <vt:lpstr>Introduction to Object-Oriented Programming: Java</vt:lpstr>
      <vt:lpstr>Chapter 1</vt:lpstr>
      <vt:lpstr>Vocabulary, Concepts, and  Skills</vt:lpstr>
      <vt:lpstr>Vocabulary, Concepts, and Skills</vt:lpstr>
      <vt:lpstr>VOCABULARY</vt:lpstr>
      <vt:lpstr>CONCEPTS</vt:lpstr>
      <vt:lpstr>SKILLS</vt:lpstr>
      <vt:lpstr>Chapter 1</vt:lpstr>
      <vt:lpstr>Hardware--The CPU</vt:lpstr>
      <vt:lpstr>Introduction to Hardware: The CPU</vt:lpstr>
      <vt:lpstr>The Language of the CPU</vt:lpstr>
      <vt:lpstr>Introduction to Hardware: Short-Term Storage</vt:lpstr>
      <vt:lpstr>Hardware-Storage</vt:lpstr>
      <vt:lpstr>Storage-A Programmer’s View</vt:lpstr>
      <vt:lpstr>Looking Closely at Those Bytes</vt:lpstr>
      <vt:lpstr>Creating Programs</vt:lpstr>
      <vt:lpstr>Creating Programs</vt:lpstr>
      <vt:lpstr>Writing Programs-The Process</vt:lpstr>
      <vt:lpstr>That Extra Step</vt:lpstr>
      <vt:lpstr>IDEs</vt:lpstr>
      <vt:lpstr>A Sample Program</vt:lpstr>
      <vt:lpstr>IDEs?</vt:lpstr>
      <vt:lpstr>Using an IDE</vt:lpstr>
      <vt:lpstr>Creating Your Own Programs</vt:lpstr>
      <vt:lpstr>An Example Program</vt:lpstr>
      <vt:lpstr>Our First Sample Program</vt:lpstr>
      <vt:lpstr>Dissecting the Program-Part 1</vt:lpstr>
      <vt:lpstr>Comments</vt:lpstr>
      <vt:lpstr>Your Opening Comments</vt:lpstr>
      <vt:lpstr>Dissecting the Program-Part 2</vt:lpstr>
      <vt:lpstr>Dissecting the Program-Part 3</vt:lpstr>
      <vt:lpstr>More about Braces</vt:lpstr>
      <vt:lpstr>Dissecting the Program-Part 4</vt:lpstr>
      <vt:lpstr>Dissecting the Program-Part 5</vt:lpstr>
      <vt:lpstr>Lab 1</vt:lpstr>
      <vt:lpstr>Lab 1 - Practice program</vt:lpstr>
      <vt:lpstr>Getting Credit for Your Hard Work</vt:lpstr>
      <vt:lpstr>Academic Honesty</vt:lpstr>
      <vt:lpstr>“Your Own Work”</vt:lpstr>
      <vt:lpstr>The Syllabus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Hoffman, James</cp:lastModifiedBy>
  <cp:revision>73</cp:revision>
  <dcterms:modified xsi:type="dcterms:W3CDTF">2024-08-08T18:21:43Z</dcterms:modified>
</cp:coreProperties>
</file>