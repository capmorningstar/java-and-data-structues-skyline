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33"/>
  </p:notesMasterIdLst>
  <p:sldIdLst>
    <p:sldId id="256" r:id="rId2"/>
    <p:sldId id="381" r:id="rId3"/>
    <p:sldId id="447" r:id="rId4"/>
    <p:sldId id="448" r:id="rId5"/>
    <p:sldId id="449" r:id="rId6"/>
    <p:sldId id="450" r:id="rId7"/>
    <p:sldId id="451" r:id="rId8"/>
    <p:sldId id="394" r:id="rId9"/>
    <p:sldId id="407" r:id="rId10"/>
    <p:sldId id="271" r:id="rId11"/>
    <p:sldId id="349" r:id="rId12"/>
    <p:sldId id="395" r:id="rId13"/>
    <p:sldId id="408" r:id="rId14"/>
    <p:sldId id="432" r:id="rId15"/>
    <p:sldId id="409" r:id="rId16"/>
    <p:sldId id="429" r:id="rId17"/>
    <p:sldId id="411" r:id="rId18"/>
    <p:sldId id="428" r:id="rId19"/>
    <p:sldId id="446" r:id="rId20"/>
    <p:sldId id="412" r:id="rId21"/>
    <p:sldId id="430" r:id="rId22"/>
    <p:sldId id="413" r:id="rId23"/>
    <p:sldId id="433" r:id="rId24"/>
    <p:sldId id="410" r:id="rId25"/>
    <p:sldId id="431" r:id="rId26"/>
    <p:sldId id="414" r:id="rId27"/>
    <p:sldId id="415" r:id="rId28"/>
    <p:sldId id="416" r:id="rId29"/>
    <p:sldId id="417" r:id="rId30"/>
    <p:sldId id="418" r:id="rId31"/>
    <p:sldId id="290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91" autoAdjust="0"/>
  </p:normalViewPr>
  <p:slideViewPr>
    <p:cSldViewPr snapToGrid="0">
      <p:cViewPr varScale="1">
        <p:scale>
          <a:sx n="84" d="100"/>
          <a:sy n="84" d="100"/>
        </p:scale>
        <p:origin x="780" y="64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2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51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247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9071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6917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401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73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863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768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2164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6550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4698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7104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9963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33264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4969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5329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1846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621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7920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52967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64510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9342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35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1" r:id="rId5"/>
    <p:sldLayoutId id="2147483669" r:id="rId6"/>
    <p:sldLayoutId id="2147483679" r:id="rId7"/>
    <p:sldLayoutId id="2147483681" r:id="rId8"/>
    <p:sldLayoutId id="2147483682" r:id="rId9"/>
    <p:sldLayoutId id="2147483683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2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altLang="en-US" sz="3200" b="1" dirty="0"/>
              <a:t>Data, Variables, and Calculations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612700" y="1185376"/>
            <a:ext cx="7913100" cy="368013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41593" y="1349536"/>
          <a:ext cx="7015473" cy="296672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2319296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2393244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  <a:gridCol w="2302933">
                  <a:extLst>
                    <a:ext uri="{9D8B030D-6E8A-4147-A177-3AD203B41FA5}">
                      <a16:colId xmlns:a16="http://schemas.microsoft.com/office/drawing/2014/main" val="1853622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Boolean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Integer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Character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Floating point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Variable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Declaring a variable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Identifier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Camel case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Initializing a Variable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Constant Variables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Scanner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import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Instantiating an 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Prompt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Operator precedence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Casting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The increment operator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The decrement operator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Concatenating Strings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Output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Graphics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Dialog Boxes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Syntax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648374" cy="113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Java Math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Objects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3945378" y="1607358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 Types of Data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Performing Calculations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Scanner</a:t>
            </a:r>
            <a:endParaRPr lang="en-US" dirty="0">
              <a:solidFill>
                <a:srgbClr val="FFFFFF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Dialog Box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Variables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2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18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Types of Data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Storing Data on a Computer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have different types of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Are you are a child?  Yes or no?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Yes/no data is called Boolean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many cups of coffee did you purchase last week?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Your answer:  5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Counting data is called integer data</a:t>
            </a:r>
          </a:p>
        </p:txBody>
      </p:sp>
    </p:spTree>
    <p:extLst>
      <p:ext uri="{BB962C8B-B14F-4D97-AF65-F5344CB8AC3E}">
        <p14:creationId xmlns:p14="http://schemas.microsoft.com/office/powerpoint/2010/main" val="789889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Types of Data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is your middle initial?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Your answer:  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is called character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fast do you run?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Your answer:  7.5 mph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Data with a decimal point is called floating point data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There are two main types of floating point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Names for Types of Data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will start with these specific Java data types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  for integer data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Oftentimes, this is for counting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double   for floating point data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char   for character data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Boolean for yes/no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several other data types</a:t>
            </a:r>
          </a:p>
        </p:txBody>
      </p:sp>
    </p:spTree>
    <p:extLst>
      <p:ext uri="{BB962C8B-B14F-4D97-AF65-F5344CB8AC3E}">
        <p14:creationId xmlns:p14="http://schemas.microsoft.com/office/powerpoint/2010/main" val="3134202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Variables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3440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Variables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variable is a place to store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you create a variable, you have to tell what type it is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also have to give it a name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also give it a starting value</a:t>
            </a:r>
          </a:p>
        </p:txBody>
      </p:sp>
    </p:spTree>
    <p:extLst>
      <p:ext uri="{BB962C8B-B14F-4D97-AF65-F5344CB8AC3E}">
        <p14:creationId xmlns:p14="http://schemas.microsoft.com/office/powerpoint/2010/main" val="1256840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Giving Names to Variables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81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Declaring (Creating) Variables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declare a variable, you say</a:t>
            </a:r>
          </a:p>
          <a:p>
            <a:pPr marL="1054100" lvl="2" indent="0" algn="l"/>
            <a:r>
              <a:rPr lang="en-US" sz="2600" b="1" dirty="0"/>
              <a:t>type name;     or</a:t>
            </a:r>
          </a:p>
          <a:p>
            <a:pPr marL="1054100" lvl="2" indent="0" algn="l"/>
            <a:r>
              <a:rPr lang="en-US" sz="2600" b="1" dirty="0"/>
              <a:t>type name = starting value, as in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two examples</a:t>
            </a:r>
          </a:p>
          <a:p>
            <a:pPr marL="1054100" lvl="2" indent="0" algn="l"/>
            <a:r>
              <a:rPr lang="en-US" sz="2600" b="1" dirty="0"/>
              <a:t>char </a:t>
            </a:r>
            <a:r>
              <a:rPr lang="en-US" sz="2600" b="1" dirty="0" err="1"/>
              <a:t>middleInitial</a:t>
            </a:r>
            <a:r>
              <a:rPr lang="en-US" sz="2600" b="1" dirty="0"/>
              <a:t>;</a:t>
            </a:r>
          </a:p>
          <a:p>
            <a:pPr marL="1054100" lvl="2" indent="0" algn="l"/>
            <a:r>
              <a:rPr lang="en-US" sz="2600" b="1" dirty="0"/>
              <a:t>int count = 0;</a:t>
            </a:r>
          </a:p>
        </p:txBody>
      </p:sp>
    </p:spTree>
    <p:extLst>
      <p:ext uri="{BB962C8B-B14F-4D97-AF65-F5344CB8AC3E}">
        <p14:creationId xmlns:p14="http://schemas.microsoft.com/office/powerpoint/2010/main" val="3290561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Naming Variables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Variable names must explain what data is being stored in them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Camel case naming conventions must be followed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Variable names start with a lower case letter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Other words in the name are capitalized</a:t>
            </a:r>
          </a:p>
        </p:txBody>
      </p:sp>
    </p:spTree>
    <p:extLst>
      <p:ext uri="{BB962C8B-B14F-4D97-AF65-F5344CB8AC3E}">
        <p14:creationId xmlns:p14="http://schemas.microsoft.com/office/powerpoint/2010/main" val="755588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Class Names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Class names follow the same rules with one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first letter of a class name must be capitalized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also part of Class Coding Principle 3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76838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Identifiers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identifier is anything you create that has a name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variable is an example of an identifier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class name is an example of an identifier</a:t>
            </a:r>
          </a:p>
        </p:txBody>
      </p:sp>
    </p:spTree>
    <p:extLst>
      <p:ext uri="{BB962C8B-B14F-4D97-AF65-F5344CB8AC3E}">
        <p14:creationId xmlns:p14="http://schemas.microsoft.com/office/powerpoint/2010/main" val="1395501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Giving Variables Starting Values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06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Initializing Variables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Initializing a variable means giving it a starting value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Variables should always be initialized</a:t>
            </a:r>
          </a:p>
        </p:txBody>
      </p:sp>
    </p:spTree>
    <p:extLst>
      <p:ext uri="{BB962C8B-B14F-4D97-AF65-F5344CB8AC3E}">
        <p14:creationId xmlns:p14="http://schemas.microsoft.com/office/powerpoint/2010/main" val="3565784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How Can You Initialize a Variable?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two ways to initialize variables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can initialize a variable when it’s declared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can initialize a variable later in the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general, it’s better to initialize variables when they are declared</a:t>
            </a:r>
          </a:p>
        </p:txBody>
      </p:sp>
    </p:spTree>
    <p:extLst>
      <p:ext uri="{BB962C8B-B14F-4D97-AF65-F5344CB8AC3E}">
        <p14:creationId xmlns:p14="http://schemas.microsoft.com/office/powerpoint/2010/main" val="839605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Constant Variables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constant variable is a variable whose value doesn’t change while the program is running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create a constant variable, you put </a:t>
            </a:r>
            <a:r>
              <a:rPr lang="en-US" sz="2800" b="1" u="sng" dirty="0"/>
              <a:t>final</a:t>
            </a:r>
            <a:r>
              <a:rPr lang="en-US" sz="2800" b="1" dirty="0"/>
              <a:t> at the beginning of the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name constant variables differently from other variables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an example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final double TAX_RATE = 0.10;</a:t>
            </a:r>
          </a:p>
        </p:txBody>
      </p:sp>
    </p:spTree>
    <p:extLst>
      <p:ext uri="{BB962C8B-B14F-4D97-AF65-F5344CB8AC3E}">
        <p14:creationId xmlns:p14="http://schemas.microsoft.com/office/powerpoint/2010/main" val="3281344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Class Coding Principle 3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023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Class Coding Principle 3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Variable names must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Explain what data is being stored in them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Follow camel case naming conventions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Start with a lower-case letter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Have other words in the name start with a capital letter </a:t>
            </a:r>
          </a:p>
        </p:txBody>
      </p:sp>
    </p:spTree>
    <p:extLst>
      <p:ext uri="{BB962C8B-B14F-4D97-AF65-F5344CB8AC3E}">
        <p14:creationId xmlns:p14="http://schemas.microsoft.com/office/powerpoint/2010/main" val="3203930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Using the Keyboard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8319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Getting Data from the Keyboard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4671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might want to ask the user of your program to type some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get data from the keyboard we use a Scanner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use a Scanner, put this line at the beginning of your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import </a:t>
            </a:r>
            <a:r>
              <a:rPr lang="en-US" sz="2600" b="1" dirty="0" err="1"/>
              <a:t>java.util.Scanner</a:t>
            </a:r>
            <a:r>
              <a:rPr lang="en-US" sz="26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line only tells Java that you might use a Scanner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858077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Instantiating a Scanner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Somebody created a class called Scanner, as in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public class Scanner …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want to use that class in your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The line to do that is</a:t>
            </a:r>
          </a:p>
          <a:p>
            <a:pPr marL="596900" lvl="1" indent="0" algn="l"/>
            <a:r>
              <a:rPr lang="en-US" sz="2200" b="1" dirty="0"/>
              <a:t>	</a:t>
            </a:r>
            <a:r>
              <a:rPr lang="en-US" sz="2300" b="1" dirty="0"/>
              <a:t>Scanner input = new Scanner (System.in);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Now you can use the Scanner in your program</a:t>
            </a:r>
          </a:p>
        </p:txBody>
      </p:sp>
    </p:spTree>
    <p:extLst>
      <p:ext uri="{BB962C8B-B14F-4D97-AF65-F5344CB8AC3E}">
        <p14:creationId xmlns:p14="http://schemas.microsoft.com/office/powerpoint/2010/main" val="1629406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Instantiating an Object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line</a:t>
            </a:r>
          </a:p>
          <a:p>
            <a:pPr marL="1054100" lvl="2" indent="0" algn="l"/>
            <a:r>
              <a:rPr lang="en-US" sz="2200" b="1" dirty="0"/>
              <a:t>Scanner input = new Scanner (System.in);</a:t>
            </a:r>
          </a:p>
          <a:p>
            <a:pPr marL="139700" indent="0"/>
            <a:r>
              <a:rPr lang="en-US" sz="2800" b="1" dirty="0"/>
              <a:t>      instantiates a Scanner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is now an actual object that you can use in your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That’s what instantiating means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189026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the Scanner to Get Data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Now that you have instantiated the Scanner, you can use it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read an int, you can use the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</a:t>
            </a:r>
            <a:r>
              <a:rPr lang="en-US" sz="2600" b="1" dirty="0"/>
              <a:t>int answer = </a:t>
            </a:r>
            <a:r>
              <a:rPr lang="en-US" sz="2600" b="1" dirty="0" err="1"/>
              <a:t>input.nextInt</a:t>
            </a:r>
            <a:r>
              <a:rPr lang="en-US" sz="2600" b="1" dirty="0"/>
              <a:t>();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Other Scanner input methods are on p. 100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Scanner input is terminated by whitespace (space, tab, return)</a:t>
            </a:r>
          </a:p>
        </p:txBody>
      </p:sp>
    </p:spTree>
    <p:extLst>
      <p:ext uri="{BB962C8B-B14F-4D97-AF65-F5344CB8AC3E}">
        <p14:creationId xmlns:p14="http://schemas.microsoft.com/office/powerpoint/2010/main" val="2777088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Class Coding Principle 4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brings us to Class Coding Principle 4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read must be preceded by a print or </a:t>
            </a:r>
            <a:r>
              <a:rPr lang="en-US" sz="2800" b="1" dirty="0" err="1"/>
              <a:t>println</a:t>
            </a:r>
            <a:endParaRPr lang="en-US" sz="28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This is called a prompt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print/</a:t>
            </a:r>
            <a:r>
              <a:rPr lang="en-US" sz="2800" b="1" dirty="0" err="1"/>
              <a:t>println</a:t>
            </a:r>
            <a:r>
              <a:rPr lang="en-US" sz="2800" b="1" dirty="0"/>
              <a:t> should explain what is being asked for</a:t>
            </a:r>
          </a:p>
        </p:txBody>
      </p:sp>
    </p:spTree>
    <p:extLst>
      <p:ext uri="{BB962C8B-B14F-4D97-AF65-F5344CB8AC3E}">
        <p14:creationId xmlns:p14="http://schemas.microsoft.com/office/powerpoint/2010/main" val="3810134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821</Words>
  <Application>Microsoft Office PowerPoint</Application>
  <PresentationFormat>On-screen Show (16:9)</PresentationFormat>
  <Paragraphs>156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Bebas Neue</vt:lpstr>
      <vt:lpstr>Kalam</vt:lpstr>
      <vt:lpstr>Special Elite</vt:lpstr>
      <vt:lpstr>Arial</vt:lpstr>
      <vt:lpstr>US Great Outdoors Month by Slidesgo</vt:lpstr>
      <vt:lpstr>Introduction to Object-Oriented Programming: Java</vt:lpstr>
      <vt:lpstr>Chapter 2</vt:lpstr>
      <vt:lpstr>Vocabulary, Concepts, and  Skills</vt:lpstr>
      <vt:lpstr>VOCABULARY</vt:lpstr>
      <vt:lpstr>CONCEPTS</vt:lpstr>
      <vt:lpstr>SKILLS</vt:lpstr>
      <vt:lpstr>Chapter 2</vt:lpstr>
      <vt:lpstr>Types of Data</vt:lpstr>
      <vt:lpstr>Storing Data on a Computer</vt:lpstr>
      <vt:lpstr>More Types of Data</vt:lpstr>
      <vt:lpstr>Names for Types of Data</vt:lpstr>
      <vt:lpstr>Variables</vt:lpstr>
      <vt:lpstr>Variables</vt:lpstr>
      <vt:lpstr>Giving Names to Variables</vt:lpstr>
      <vt:lpstr>Declaring (Creating) Variables</vt:lpstr>
      <vt:lpstr>Naming Variables</vt:lpstr>
      <vt:lpstr>Class Names</vt:lpstr>
      <vt:lpstr>Identifiers</vt:lpstr>
      <vt:lpstr>Giving Variables Starting Values</vt:lpstr>
      <vt:lpstr>Initializing Variables</vt:lpstr>
      <vt:lpstr>How Can You Initialize a Variable?</vt:lpstr>
      <vt:lpstr>Constant Variables</vt:lpstr>
      <vt:lpstr>Class Coding Principle 3</vt:lpstr>
      <vt:lpstr>Class Coding Principle 3</vt:lpstr>
      <vt:lpstr>Using the Keyboard</vt:lpstr>
      <vt:lpstr>Getting Data from the Keyboard</vt:lpstr>
      <vt:lpstr>Instantiating a Scanner</vt:lpstr>
      <vt:lpstr>Instantiating an Object</vt:lpstr>
      <vt:lpstr>Using the Scanner to Get Data</vt:lpstr>
      <vt:lpstr>Class Coding Principle 4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99</cp:revision>
  <dcterms:modified xsi:type="dcterms:W3CDTF">2023-08-29T01:04:25Z</dcterms:modified>
</cp:coreProperties>
</file>