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6" r:id="rId1"/>
  </p:sldMasterIdLst>
  <p:notesMasterIdLst>
    <p:notesMasterId r:id="rId32"/>
  </p:notesMasterIdLst>
  <p:sldIdLst>
    <p:sldId id="256" r:id="rId2"/>
    <p:sldId id="381" r:id="rId3"/>
    <p:sldId id="399" r:id="rId4"/>
    <p:sldId id="344" r:id="rId5"/>
    <p:sldId id="400" r:id="rId6"/>
    <p:sldId id="345" r:id="rId7"/>
    <p:sldId id="346" r:id="rId8"/>
    <p:sldId id="385" r:id="rId9"/>
    <p:sldId id="347" r:id="rId10"/>
    <p:sldId id="402" r:id="rId11"/>
    <p:sldId id="388" r:id="rId12"/>
    <p:sldId id="409" r:id="rId13"/>
    <p:sldId id="389" r:id="rId14"/>
    <p:sldId id="403" r:id="rId15"/>
    <p:sldId id="390" r:id="rId16"/>
    <p:sldId id="404" r:id="rId17"/>
    <p:sldId id="391" r:id="rId18"/>
    <p:sldId id="411" r:id="rId19"/>
    <p:sldId id="348" r:id="rId20"/>
    <p:sldId id="349" r:id="rId21"/>
    <p:sldId id="405" r:id="rId22"/>
    <p:sldId id="350" r:id="rId23"/>
    <p:sldId id="351" r:id="rId24"/>
    <p:sldId id="406" r:id="rId25"/>
    <p:sldId id="352" r:id="rId26"/>
    <p:sldId id="353" r:id="rId27"/>
    <p:sldId id="354" r:id="rId28"/>
    <p:sldId id="407" r:id="rId29"/>
    <p:sldId id="284" r:id="rId30"/>
    <p:sldId id="290" r:id="rId31"/>
  </p:sldIdLst>
  <p:sldSz cx="9144000" cy="5143500" type="screen16x9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ABC2007-4194-44C9-A730-8082A69096D6}">
  <a:tblStyle styleId="{2ABC2007-4194-44C9-A730-8082A69096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291" autoAdjust="0"/>
  </p:normalViewPr>
  <p:slideViewPr>
    <p:cSldViewPr snapToGrid="0">
      <p:cViewPr varScale="1">
        <p:scale>
          <a:sx n="82" d="100"/>
          <a:sy n="82" d="100"/>
        </p:scale>
        <p:origin x="834" y="-162"/>
      </p:cViewPr>
      <p:guideLst/>
    </p:cSldViewPr>
  </p:slideViewPr>
  <p:outlineViewPr>
    <p:cViewPr>
      <p:scale>
        <a:sx n="33" d="100"/>
        <a:sy n="33" d="100"/>
      </p:scale>
      <p:origin x="0" y="-1715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27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9188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p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1b06bd4b87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1b06bd4b87_0_35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0468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03591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32922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80502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62340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42463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3723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43788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29763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43720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3360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72705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36023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93887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23448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09483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60396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00486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22475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23479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08070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73534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26673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51923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36995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96809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5854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" name="Google Shape;1899;g11b06bd4b87_3_10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0" name="Google Shape;1900;g11b06bd4b87_3_1002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g11b06bd4b87_3_2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4" name="Google Shape;2274;g11b06bd4b87_3_239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-3448116">
            <a:off x="8295066" y="1542438"/>
            <a:ext cx="1748849" cy="10685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357075" y="-22470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-7133060">
            <a:off x="-509593" y="2598405"/>
            <a:ext cx="1749256" cy="106877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-323959">
            <a:off x="8232091" y="4453206"/>
            <a:ext cx="1749115" cy="10686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-8493134">
            <a:off x="7546111" y="-714458"/>
            <a:ext cx="1749329" cy="106882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-220289" y="-1490778"/>
            <a:ext cx="7753988" cy="10833124"/>
            <a:chOff x="6260625" y="2712350"/>
            <a:chExt cx="1146175" cy="1601325"/>
          </a:xfrm>
        </p:grpSpPr>
        <p:sp>
          <p:nvSpPr>
            <p:cNvPr id="15" name="Google Shape;15;p2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867506" y="76192"/>
            <a:ext cx="8571314" cy="12073351"/>
            <a:chOff x="6949425" y="870600"/>
            <a:chExt cx="1155475" cy="1627575"/>
          </a:xfrm>
        </p:grpSpPr>
        <p:sp>
          <p:nvSpPr>
            <p:cNvPr id="19" name="Google Shape;19;p2"/>
            <p:cNvSpPr/>
            <p:nvPr/>
          </p:nvSpPr>
          <p:spPr>
            <a:xfrm>
              <a:off x="6949425" y="870600"/>
              <a:ext cx="1155475" cy="1627575"/>
            </a:xfrm>
            <a:custGeom>
              <a:avLst/>
              <a:gdLst/>
              <a:ahLst/>
              <a:cxnLst/>
              <a:rect l="l" t="t" r="r" b="b"/>
              <a:pathLst>
                <a:path w="46219" h="65103" extrusionOk="0">
                  <a:moveTo>
                    <a:pt x="39569" y="0"/>
                  </a:moveTo>
                  <a:cubicBezTo>
                    <a:pt x="39523" y="0"/>
                    <a:pt x="39477" y="2"/>
                    <a:pt x="39431" y="5"/>
                  </a:cubicBezTo>
                  <a:lnTo>
                    <a:pt x="1787" y="3042"/>
                  </a:lnTo>
                  <a:cubicBezTo>
                    <a:pt x="760" y="3131"/>
                    <a:pt x="1" y="4024"/>
                    <a:pt x="75" y="5051"/>
                  </a:cubicBezTo>
                  <a:lnTo>
                    <a:pt x="4779" y="63385"/>
                  </a:lnTo>
                  <a:cubicBezTo>
                    <a:pt x="4864" y="64366"/>
                    <a:pt x="5682" y="65102"/>
                    <a:pt x="6636" y="65102"/>
                  </a:cubicBezTo>
                  <a:cubicBezTo>
                    <a:pt x="6682" y="65102"/>
                    <a:pt x="6727" y="65101"/>
                    <a:pt x="6773" y="65097"/>
                  </a:cubicBezTo>
                  <a:lnTo>
                    <a:pt x="44432" y="62061"/>
                  </a:lnTo>
                  <a:cubicBezTo>
                    <a:pt x="45459" y="61971"/>
                    <a:pt x="46218" y="61078"/>
                    <a:pt x="46129" y="60051"/>
                  </a:cubicBezTo>
                  <a:lnTo>
                    <a:pt x="41440" y="1717"/>
                  </a:lnTo>
                  <a:cubicBezTo>
                    <a:pt x="41355" y="737"/>
                    <a:pt x="40537" y="0"/>
                    <a:pt x="39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036875" y="942175"/>
              <a:ext cx="139950" cy="1552150"/>
            </a:xfrm>
            <a:custGeom>
              <a:avLst/>
              <a:gdLst/>
              <a:ahLst/>
              <a:cxnLst/>
              <a:rect l="l" t="t" r="r" b="b"/>
              <a:pathLst>
                <a:path w="5598" h="62086" extrusionOk="0">
                  <a:moveTo>
                    <a:pt x="596" y="0"/>
                  </a:moveTo>
                  <a:lnTo>
                    <a:pt x="1" y="45"/>
                  </a:lnTo>
                  <a:lnTo>
                    <a:pt x="5002" y="62085"/>
                  </a:lnTo>
                  <a:lnTo>
                    <a:pt x="5597" y="62041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2299200" y="4005325"/>
            <a:ext cx="50028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 rot="-283149">
            <a:off x="2858401" y="1314777"/>
            <a:ext cx="4011098" cy="1973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600">
                <a:latin typeface="Kalam"/>
                <a:ea typeface="Kalam"/>
                <a:cs typeface="Kalam"/>
                <a:sym typeface="Kala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/>
          <p:nvPr/>
        </p:nvSpPr>
        <p:spPr>
          <a:xfrm rot="4708122">
            <a:off x="-420349" y="4144939"/>
            <a:ext cx="1749022" cy="106863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9"/>
          <p:cNvSpPr/>
          <p:nvPr/>
        </p:nvSpPr>
        <p:spPr>
          <a:xfrm rot="9194259">
            <a:off x="-821300" y="166653"/>
            <a:ext cx="1749085" cy="106867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7955007" y="4562601"/>
            <a:ext cx="1748875" cy="106854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 rot="-3536633">
            <a:off x="8337458" y="2223975"/>
            <a:ext cx="1749127" cy="106869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" name="Google Shape;99;p9"/>
          <p:cNvGrpSpPr/>
          <p:nvPr/>
        </p:nvGrpSpPr>
        <p:grpSpPr>
          <a:xfrm rot="-378169">
            <a:off x="-87121" y="-1214070"/>
            <a:ext cx="9470435" cy="13231336"/>
            <a:chOff x="6260625" y="2712350"/>
            <a:chExt cx="1146175" cy="1601325"/>
          </a:xfrm>
        </p:grpSpPr>
        <p:sp>
          <p:nvSpPr>
            <p:cNvPr id="100" name="Google Shape;100;p9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9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9"/>
          <p:cNvSpPr/>
          <p:nvPr/>
        </p:nvSpPr>
        <p:spPr>
          <a:xfrm rot="-8843714">
            <a:off x="1265283" y="-668707"/>
            <a:ext cx="1749242" cy="106876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9"/>
          <p:cNvSpPr/>
          <p:nvPr/>
        </p:nvSpPr>
        <p:spPr>
          <a:xfrm rot="1954942">
            <a:off x="58062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9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1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6" name="Google Shape;106;p9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bg>
      <p:bgPr>
        <a:solidFill>
          <a:schemeClr val="dk2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/>
          <p:nvPr/>
        </p:nvSpPr>
        <p:spPr>
          <a:xfrm rot="4500129">
            <a:off x="-649059" y="4144978"/>
            <a:ext cx="1749167" cy="106872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5"/>
          <p:cNvSpPr/>
          <p:nvPr/>
        </p:nvSpPr>
        <p:spPr>
          <a:xfrm rot="-1249095">
            <a:off x="-364075" y="67598"/>
            <a:ext cx="1749027" cy="106863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5"/>
          <p:cNvSpPr/>
          <p:nvPr/>
        </p:nvSpPr>
        <p:spPr>
          <a:xfrm rot="-1495489">
            <a:off x="7852382" y="4750776"/>
            <a:ext cx="1748931" cy="106857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5"/>
          <p:cNvSpPr/>
          <p:nvPr/>
        </p:nvSpPr>
        <p:spPr>
          <a:xfrm rot="-3926649">
            <a:off x="8427123" y="1490058"/>
            <a:ext cx="1749134" cy="106870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" name="Google Shape;164;p15"/>
          <p:cNvGrpSpPr/>
          <p:nvPr/>
        </p:nvGrpSpPr>
        <p:grpSpPr>
          <a:xfrm rot="-142207">
            <a:off x="-87233" y="-7684437"/>
            <a:ext cx="9470464" cy="13231378"/>
            <a:chOff x="6260625" y="2712350"/>
            <a:chExt cx="1146175" cy="1601325"/>
          </a:xfrm>
        </p:grpSpPr>
        <p:sp>
          <p:nvSpPr>
            <p:cNvPr id="165" name="Google Shape;165;p15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8" name="Google Shape;168;p15"/>
          <p:cNvSpPr/>
          <p:nvPr/>
        </p:nvSpPr>
        <p:spPr>
          <a:xfrm rot="-9271741">
            <a:off x="6641536" y="-654848"/>
            <a:ext cx="1749238" cy="1068765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5"/>
          <p:cNvSpPr/>
          <p:nvPr/>
        </p:nvSpPr>
        <p:spPr>
          <a:xfrm rot="1954942">
            <a:off x="5183323" y="4725972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5"/>
          <p:cNvSpPr txBox="1">
            <a:spLocks noGrp="1"/>
          </p:cNvSpPr>
          <p:nvPr>
            <p:ph type="title"/>
          </p:nvPr>
        </p:nvSpPr>
        <p:spPr>
          <a:xfrm rot="401543">
            <a:off x="4192767" y="2033924"/>
            <a:ext cx="3912862" cy="98532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 b="0">
                <a:solidFill>
                  <a:schemeClr val="accent6"/>
                </a:solidFill>
                <a:highlight>
                  <a:schemeClr val="dk1"/>
                </a:highlight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1" name="Google Shape;171;p15"/>
          <p:cNvSpPr txBox="1">
            <a:spLocks noGrp="1"/>
          </p:cNvSpPr>
          <p:nvPr>
            <p:ph type="title" idx="2" hasCustomPrompt="1"/>
          </p:nvPr>
        </p:nvSpPr>
        <p:spPr>
          <a:xfrm rot="403209">
            <a:off x="5670273" y="1259281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2" name="Google Shape;172;p15"/>
          <p:cNvSpPr txBox="1">
            <a:spLocks noGrp="1"/>
          </p:cNvSpPr>
          <p:nvPr>
            <p:ph type="subTitle" idx="1"/>
          </p:nvPr>
        </p:nvSpPr>
        <p:spPr>
          <a:xfrm rot="403335">
            <a:off x="4612715" y="3175705"/>
            <a:ext cx="2831969" cy="744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_1_1_1">
    <p:bg>
      <p:bgPr>
        <a:solidFill>
          <a:schemeClr val="dk2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/>
          <p:cNvSpPr/>
          <p:nvPr/>
        </p:nvSpPr>
        <p:spPr>
          <a:xfrm rot="3768282" flipH="1">
            <a:off x="-931716" y="1741180"/>
            <a:ext cx="1749337" cy="106882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3"/>
          <p:cNvSpPr/>
          <p:nvPr/>
        </p:nvSpPr>
        <p:spPr>
          <a:xfrm rot="6409989" flipH="1">
            <a:off x="7764090" y="4068206"/>
            <a:ext cx="1749137" cy="106870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3"/>
          <p:cNvSpPr/>
          <p:nvPr/>
        </p:nvSpPr>
        <p:spPr>
          <a:xfrm rot="-8265081" flipH="1">
            <a:off x="8314617" y="1588466"/>
            <a:ext cx="1749442" cy="10688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3"/>
          <p:cNvSpPr/>
          <p:nvPr/>
        </p:nvSpPr>
        <p:spPr>
          <a:xfrm rot="6223746" flipH="1">
            <a:off x="-393038" y="-373249"/>
            <a:ext cx="1748818" cy="106850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2" name="Google Shape;262;p23"/>
          <p:cNvGrpSpPr/>
          <p:nvPr/>
        </p:nvGrpSpPr>
        <p:grpSpPr>
          <a:xfrm rot="120893">
            <a:off x="111404" y="-7238609"/>
            <a:ext cx="9470166" cy="13230961"/>
            <a:chOff x="6260625" y="2712350"/>
            <a:chExt cx="1146175" cy="1601325"/>
          </a:xfrm>
        </p:grpSpPr>
        <p:sp>
          <p:nvSpPr>
            <p:cNvPr id="263" name="Google Shape;263;p23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3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3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" name="Google Shape;266;p23"/>
          <p:cNvSpPr/>
          <p:nvPr/>
        </p:nvSpPr>
        <p:spPr>
          <a:xfrm rot="-1800044" flipH="1">
            <a:off x="5811361" y="4682406"/>
            <a:ext cx="1749012" cy="106862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3"/>
          <p:cNvSpPr txBox="1">
            <a:spLocks noGrp="1"/>
          </p:cNvSpPr>
          <p:nvPr>
            <p:ph type="subTitle" idx="1"/>
          </p:nvPr>
        </p:nvSpPr>
        <p:spPr>
          <a:xfrm>
            <a:off x="5292700" y="1800150"/>
            <a:ext cx="2907600" cy="12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3"/>
          <p:cNvSpPr txBox="1">
            <a:spLocks noGrp="1"/>
          </p:cNvSpPr>
          <p:nvPr>
            <p:ph type="title"/>
          </p:nvPr>
        </p:nvSpPr>
        <p:spPr>
          <a:xfrm>
            <a:off x="1236800" y="445025"/>
            <a:ext cx="6670500" cy="10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bg>
      <p:bgPr>
        <a:solidFill>
          <a:schemeClr val="dk2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3"/>
          <p:cNvSpPr/>
          <p:nvPr/>
        </p:nvSpPr>
        <p:spPr>
          <a:xfrm rot="8996590">
            <a:off x="-745209" y="14290"/>
            <a:ext cx="1749194" cy="106873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3"/>
          <p:cNvSpPr/>
          <p:nvPr/>
        </p:nvSpPr>
        <p:spPr>
          <a:xfrm rot="4388496">
            <a:off x="7873446" y="3631720"/>
            <a:ext cx="1749005" cy="106862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33"/>
          <p:cNvSpPr/>
          <p:nvPr/>
        </p:nvSpPr>
        <p:spPr>
          <a:xfrm rot="-5790320">
            <a:off x="8184332" y="-444059"/>
            <a:ext cx="1749118" cy="106869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2" name="Google Shape;432;p33"/>
          <p:cNvGrpSpPr/>
          <p:nvPr/>
        </p:nvGrpSpPr>
        <p:grpSpPr>
          <a:xfrm rot="-458563">
            <a:off x="-426488" y="-7796978"/>
            <a:ext cx="9470500" cy="13231427"/>
            <a:chOff x="6260625" y="2712350"/>
            <a:chExt cx="1146175" cy="1601325"/>
          </a:xfrm>
        </p:grpSpPr>
        <p:sp>
          <p:nvSpPr>
            <p:cNvPr id="433" name="Google Shape;433;p33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3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3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6" name="Google Shape;436;p33"/>
          <p:cNvSpPr/>
          <p:nvPr/>
        </p:nvSpPr>
        <p:spPr>
          <a:xfrm rot="-8803004">
            <a:off x="4354940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33"/>
          <p:cNvSpPr/>
          <p:nvPr/>
        </p:nvSpPr>
        <p:spPr>
          <a:xfrm rot="-1954942" flipH="1">
            <a:off x="5501823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33"/>
          <p:cNvSpPr txBox="1">
            <a:spLocks noGrp="1"/>
          </p:cNvSpPr>
          <p:nvPr>
            <p:ph type="title" hasCustomPrompt="1"/>
          </p:nvPr>
        </p:nvSpPr>
        <p:spPr>
          <a:xfrm>
            <a:off x="1819150" y="575600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9" name="Google Shape;439;p33"/>
          <p:cNvSpPr txBox="1">
            <a:spLocks noGrp="1"/>
          </p:cNvSpPr>
          <p:nvPr>
            <p:ph type="subTitle" idx="1"/>
          </p:nvPr>
        </p:nvSpPr>
        <p:spPr>
          <a:xfrm>
            <a:off x="1819150" y="1357827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33"/>
          <p:cNvSpPr txBox="1">
            <a:spLocks noGrp="1"/>
          </p:cNvSpPr>
          <p:nvPr>
            <p:ph type="title" idx="2" hasCustomPrompt="1"/>
          </p:nvPr>
        </p:nvSpPr>
        <p:spPr>
          <a:xfrm>
            <a:off x="1819150" y="1955542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1" name="Google Shape;441;p33"/>
          <p:cNvSpPr txBox="1">
            <a:spLocks noGrp="1"/>
          </p:cNvSpPr>
          <p:nvPr>
            <p:ph type="subTitle" idx="3"/>
          </p:nvPr>
        </p:nvSpPr>
        <p:spPr>
          <a:xfrm>
            <a:off x="1819150" y="2737769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33"/>
          <p:cNvSpPr txBox="1">
            <a:spLocks noGrp="1"/>
          </p:cNvSpPr>
          <p:nvPr>
            <p:ph type="title" idx="4" hasCustomPrompt="1"/>
          </p:nvPr>
        </p:nvSpPr>
        <p:spPr>
          <a:xfrm>
            <a:off x="1819150" y="3340471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3" name="Google Shape;443;p33"/>
          <p:cNvSpPr txBox="1">
            <a:spLocks noGrp="1"/>
          </p:cNvSpPr>
          <p:nvPr>
            <p:ph type="subTitle" idx="5"/>
          </p:nvPr>
        </p:nvSpPr>
        <p:spPr>
          <a:xfrm>
            <a:off x="1819150" y="4122699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bg>
      <p:bgPr>
        <a:solidFill>
          <a:schemeClr val="dk2"/>
        </a:soli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5"/>
          <p:cNvSpPr/>
          <p:nvPr/>
        </p:nvSpPr>
        <p:spPr>
          <a:xfrm rot="-3448116">
            <a:off x="8295066" y="1542438"/>
            <a:ext cx="1748849" cy="10685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35"/>
          <p:cNvSpPr/>
          <p:nvPr/>
        </p:nvSpPr>
        <p:spPr>
          <a:xfrm>
            <a:off x="-357075" y="-22470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35"/>
          <p:cNvSpPr/>
          <p:nvPr/>
        </p:nvSpPr>
        <p:spPr>
          <a:xfrm rot="-7133060">
            <a:off x="-509593" y="2598405"/>
            <a:ext cx="1749256" cy="106877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35"/>
          <p:cNvSpPr/>
          <p:nvPr/>
        </p:nvSpPr>
        <p:spPr>
          <a:xfrm rot="-323959">
            <a:off x="8232091" y="4453206"/>
            <a:ext cx="1749115" cy="10686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35"/>
          <p:cNvSpPr/>
          <p:nvPr/>
        </p:nvSpPr>
        <p:spPr>
          <a:xfrm rot="-8493134">
            <a:off x="7546111" y="-714458"/>
            <a:ext cx="1749329" cy="106882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0" name="Google Shape;470;p35"/>
          <p:cNvGrpSpPr/>
          <p:nvPr/>
        </p:nvGrpSpPr>
        <p:grpSpPr>
          <a:xfrm rot="-400934">
            <a:off x="84239" y="-1490912"/>
            <a:ext cx="7753939" cy="10833054"/>
            <a:chOff x="6260625" y="2712350"/>
            <a:chExt cx="1146175" cy="1601325"/>
          </a:xfrm>
        </p:grpSpPr>
        <p:sp>
          <p:nvSpPr>
            <p:cNvPr id="471" name="Google Shape;471;p35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5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5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4" name="Google Shape;474;p35"/>
          <p:cNvGrpSpPr/>
          <p:nvPr/>
        </p:nvGrpSpPr>
        <p:grpSpPr>
          <a:xfrm rot="460823">
            <a:off x="639485" y="-711"/>
            <a:ext cx="8571368" cy="12073428"/>
            <a:chOff x="6949425" y="870600"/>
            <a:chExt cx="1155475" cy="1627575"/>
          </a:xfrm>
        </p:grpSpPr>
        <p:sp>
          <p:nvSpPr>
            <p:cNvPr id="475" name="Google Shape;475;p35"/>
            <p:cNvSpPr/>
            <p:nvPr/>
          </p:nvSpPr>
          <p:spPr>
            <a:xfrm>
              <a:off x="6949425" y="870600"/>
              <a:ext cx="1155475" cy="1627575"/>
            </a:xfrm>
            <a:custGeom>
              <a:avLst/>
              <a:gdLst/>
              <a:ahLst/>
              <a:cxnLst/>
              <a:rect l="l" t="t" r="r" b="b"/>
              <a:pathLst>
                <a:path w="46219" h="65103" extrusionOk="0">
                  <a:moveTo>
                    <a:pt x="39569" y="0"/>
                  </a:moveTo>
                  <a:cubicBezTo>
                    <a:pt x="39523" y="0"/>
                    <a:pt x="39477" y="2"/>
                    <a:pt x="39431" y="5"/>
                  </a:cubicBezTo>
                  <a:lnTo>
                    <a:pt x="1787" y="3042"/>
                  </a:lnTo>
                  <a:cubicBezTo>
                    <a:pt x="760" y="3131"/>
                    <a:pt x="1" y="4024"/>
                    <a:pt x="75" y="5051"/>
                  </a:cubicBezTo>
                  <a:lnTo>
                    <a:pt x="4779" y="63385"/>
                  </a:lnTo>
                  <a:cubicBezTo>
                    <a:pt x="4864" y="64366"/>
                    <a:pt x="5682" y="65102"/>
                    <a:pt x="6636" y="65102"/>
                  </a:cubicBezTo>
                  <a:cubicBezTo>
                    <a:pt x="6682" y="65102"/>
                    <a:pt x="6727" y="65101"/>
                    <a:pt x="6773" y="65097"/>
                  </a:cubicBezTo>
                  <a:lnTo>
                    <a:pt x="44432" y="62061"/>
                  </a:lnTo>
                  <a:cubicBezTo>
                    <a:pt x="45459" y="61971"/>
                    <a:pt x="46218" y="61078"/>
                    <a:pt x="46129" y="60051"/>
                  </a:cubicBezTo>
                  <a:lnTo>
                    <a:pt x="41440" y="1717"/>
                  </a:lnTo>
                  <a:cubicBezTo>
                    <a:pt x="41355" y="737"/>
                    <a:pt x="40537" y="0"/>
                    <a:pt x="39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5"/>
            <p:cNvSpPr/>
            <p:nvPr/>
          </p:nvSpPr>
          <p:spPr>
            <a:xfrm>
              <a:off x="7036875" y="942175"/>
              <a:ext cx="139950" cy="1552150"/>
            </a:xfrm>
            <a:custGeom>
              <a:avLst/>
              <a:gdLst/>
              <a:ahLst/>
              <a:cxnLst/>
              <a:rect l="l" t="t" r="r" b="b"/>
              <a:pathLst>
                <a:path w="5598" h="62086" extrusionOk="0">
                  <a:moveTo>
                    <a:pt x="596" y="0"/>
                  </a:moveTo>
                  <a:lnTo>
                    <a:pt x="1" y="45"/>
                  </a:lnTo>
                  <a:lnTo>
                    <a:pt x="5002" y="62085"/>
                  </a:lnTo>
                  <a:lnTo>
                    <a:pt x="5597" y="62041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7" name="Google Shape;477;p35"/>
          <p:cNvSpPr txBox="1">
            <a:spLocks noGrp="1"/>
          </p:cNvSpPr>
          <p:nvPr>
            <p:ph type="ctrTitle"/>
          </p:nvPr>
        </p:nvSpPr>
        <p:spPr>
          <a:xfrm rot="209237">
            <a:off x="3734054" y="888447"/>
            <a:ext cx="3274864" cy="6903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78" name="Google Shape;478;p35"/>
          <p:cNvSpPr txBox="1">
            <a:spLocks noGrp="1"/>
          </p:cNvSpPr>
          <p:nvPr>
            <p:ph type="subTitle" idx="1"/>
          </p:nvPr>
        </p:nvSpPr>
        <p:spPr>
          <a:xfrm rot="209466">
            <a:off x="3537381" y="1620421"/>
            <a:ext cx="3522537" cy="14138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79" name="Google Shape;479;p35"/>
          <p:cNvSpPr txBox="1"/>
          <p:nvPr/>
        </p:nvSpPr>
        <p:spPr>
          <a:xfrm>
            <a:off x="2726825" y="3482857"/>
            <a:ext cx="46104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CREDITS: This presentation template was created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, including icons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1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 </a:t>
            </a: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and infographics &amp; images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dirty="0">
              <a:solidFill>
                <a:schemeClr val="accent1"/>
              </a:solidFill>
              <a:latin typeface="Special Elite"/>
              <a:ea typeface="Special Elite"/>
              <a:cs typeface="Special Elite"/>
              <a:sym typeface="Special Elite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dk2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6"/>
          <p:cNvSpPr/>
          <p:nvPr/>
        </p:nvSpPr>
        <p:spPr>
          <a:xfrm rot="8996590">
            <a:off x="-1067434" y="-60085"/>
            <a:ext cx="1749194" cy="106873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36"/>
          <p:cNvSpPr/>
          <p:nvPr/>
        </p:nvSpPr>
        <p:spPr>
          <a:xfrm rot="-1049239">
            <a:off x="7873446" y="454612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36"/>
          <p:cNvSpPr/>
          <p:nvPr/>
        </p:nvSpPr>
        <p:spPr>
          <a:xfrm rot="-3705843">
            <a:off x="8331951" y="1340731"/>
            <a:ext cx="1749037" cy="106864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4" name="Google Shape;484;p36"/>
          <p:cNvGrpSpPr/>
          <p:nvPr/>
        </p:nvGrpSpPr>
        <p:grpSpPr>
          <a:xfrm rot="10273671">
            <a:off x="217120" y="-293383"/>
            <a:ext cx="9470444" cy="13231373"/>
            <a:chOff x="6260625" y="2712350"/>
            <a:chExt cx="1146175" cy="1601325"/>
          </a:xfrm>
        </p:grpSpPr>
        <p:sp>
          <p:nvSpPr>
            <p:cNvPr id="485" name="Google Shape;485;p36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6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6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8" name="Google Shape;488;p36"/>
          <p:cNvSpPr/>
          <p:nvPr/>
        </p:nvSpPr>
        <p:spPr>
          <a:xfrm rot="-8803004">
            <a:off x="5686615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36"/>
          <p:cNvSpPr/>
          <p:nvPr/>
        </p:nvSpPr>
        <p:spPr>
          <a:xfrm rot="-1954942" flipH="1">
            <a:off x="31965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_1">
    <p:bg>
      <p:bgPr>
        <a:solidFill>
          <a:schemeClr val="dk2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7"/>
          <p:cNvSpPr/>
          <p:nvPr/>
        </p:nvSpPr>
        <p:spPr>
          <a:xfrm rot="-8803004">
            <a:off x="4162615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37"/>
          <p:cNvSpPr/>
          <p:nvPr/>
        </p:nvSpPr>
        <p:spPr>
          <a:xfrm rot="5665293">
            <a:off x="-789192" y="4062093"/>
            <a:ext cx="1749184" cy="106873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37"/>
          <p:cNvSpPr/>
          <p:nvPr/>
        </p:nvSpPr>
        <p:spPr>
          <a:xfrm rot="-1049239">
            <a:off x="7873446" y="416512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7"/>
          <p:cNvSpPr/>
          <p:nvPr/>
        </p:nvSpPr>
        <p:spPr>
          <a:xfrm rot="-5400000">
            <a:off x="8255749" y="-10708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37"/>
          <p:cNvSpPr/>
          <p:nvPr/>
        </p:nvSpPr>
        <p:spPr>
          <a:xfrm rot="-1954942" flipH="1">
            <a:off x="44919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6" name="Google Shape;496;p37"/>
          <p:cNvGrpSpPr/>
          <p:nvPr/>
        </p:nvGrpSpPr>
        <p:grpSpPr>
          <a:xfrm rot="-393538">
            <a:off x="-522989" y="-7879675"/>
            <a:ext cx="9470363" cy="13231254"/>
            <a:chOff x="6260625" y="2712350"/>
            <a:chExt cx="1146175" cy="1601325"/>
          </a:xfrm>
        </p:grpSpPr>
        <p:sp>
          <p:nvSpPr>
            <p:cNvPr id="497" name="Google Shape;497;p37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7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7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bg>
      <p:bgPr>
        <a:solidFill>
          <a:schemeClr val="dk2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8"/>
          <p:cNvSpPr/>
          <p:nvPr/>
        </p:nvSpPr>
        <p:spPr>
          <a:xfrm rot="7226521">
            <a:off x="-946436" y="2508995"/>
            <a:ext cx="1749167" cy="106872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28"/>
          <p:cNvSpPr/>
          <p:nvPr/>
        </p:nvSpPr>
        <p:spPr>
          <a:xfrm rot="8947893">
            <a:off x="-991259" y="-50787"/>
            <a:ext cx="1749157" cy="1068715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28"/>
          <p:cNvSpPr/>
          <p:nvPr/>
        </p:nvSpPr>
        <p:spPr>
          <a:xfrm rot="-2442790">
            <a:off x="8137902" y="4150468"/>
            <a:ext cx="1748855" cy="106853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28"/>
          <p:cNvSpPr/>
          <p:nvPr/>
        </p:nvSpPr>
        <p:spPr>
          <a:xfrm rot="-3696623">
            <a:off x="8354941" y="870206"/>
            <a:ext cx="1749180" cy="106872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3" name="Google Shape;333;p28"/>
          <p:cNvGrpSpPr/>
          <p:nvPr/>
        </p:nvGrpSpPr>
        <p:grpSpPr>
          <a:xfrm rot="-135795">
            <a:off x="-163215" y="-7355274"/>
            <a:ext cx="9470438" cy="13231341"/>
            <a:chOff x="6260625" y="2712350"/>
            <a:chExt cx="1146175" cy="1601325"/>
          </a:xfrm>
        </p:grpSpPr>
        <p:sp>
          <p:nvSpPr>
            <p:cNvPr id="334" name="Google Shape;334;p28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8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8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7" name="Google Shape;337;p28"/>
          <p:cNvSpPr/>
          <p:nvPr/>
        </p:nvSpPr>
        <p:spPr>
          <a:xfrm rot="-9271741">
            <a:off x="2529011" y="-731048"/>
            <a:ext cx="1749238" cy="1068765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28"/>
          <p:cNvSpPr/>
          <p:nvPr/>
        </p:nvSpPr>
        <p:spPr>
          <a:xfrm rot="1954942">
            <a:off x="2749073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28"/>
          <p:cNvSpPr txBox="1">
            <a:spLocks noGrp="1"/>
          </p:cNvSpPr>
          <p:nvPr>
            <p:ph type="subTitle" idx="1"/>
          </p:nvPr>
        </p:nvSpPr>
        <p:spPr>
          <a:xfrm>
            <a:off x="1459650" y="2892750"/>
            <a:ext cx="1736400" cy="832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28"/>
          <p:cNvSpPr txBox="1">
            <a:spLocks noGrp="1"/>
          </p:cNvSpPr>
          <p:nvPr>
            <p:ph type="subTitle" idx="2"/>
          </p:nvPr>
        </p:nvSpPr>
        <p:spPr>
          <a:xfrm>
            <a:off x="1187150" y="2387600"/>
            <a:ext cx="2281500" cy="50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41" name="Google Shape;341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28"/>
          <p:cNvSpPr txBox="1">
            <a:spLocks noGrp="1"/>
          </p:cNvSpPr>
          <p:nvPr>
            <p:ph type="subTitle" idx="3"/>
          </p:nvPr>
        </p:nvSpPr>
        <p:spPr>
          <a:xfrm>
            <a:off x="5947925" y="2892814"/>
            <a:ext cx="1736400" cy="832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28"/>
          <p:cNvSpPr txBox="1">
            <a:spLocks noGrp="1"/>
          </p:cNvSpPr>
          <p:nvPr>
            <p:ph type="subTitle" idx="4"/>
          </p:nvPr>
        </p:nvSpPr>
        <p:spPr>
          <a:xfrm>
            <a:off x="5675475" y="2387600"/>
            <a:ext cx="2281500" cy="50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44" name="Google Shape;344;p28"/>
          <p:cNvSpPr txBox="1">
            <a:spLocks noGrp="1"/>
          </p:cNvSpPr>
          <p:nvPr>
            <p:ph type="subTitle" idx="5"/>
          </p:nvPr>
        </p:nvSpPr>
        <p:spPr>
          <a:xfrm>
            <a:off x="3703837" y="2892750"/>
            <a:ext cx="1736400" cy="832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28"/>
          <p:cNvSpPr txBox="1">
            <a:spLocks noGrp="1"/>
          </p:cNvSpPr>
          <p:nvPr>
            <p:ph type="subTitle" idx="6"/>
          </p:nvPr>
        </p:nvSpPr>
        <p:spPr>
          <a:xfrm>
            <a:off x="3431250" y="2387600"/>
            <a:ext cx="2281500" cy="50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38252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61" r:id="rId4"/>
    <p:sldLayoutId id="2147483669" r:id="rId5"/>
    <p:sldLayoutId id="2147483679" r:id="rId6"/>
    <p:sldLayoutId id="2147483681" r:id="rId7"/>
    <p:sldLayoutId id="2147483682" r:id="rId8"/>
    <p:sldLayoutId id="2147483683" r:id="rId9"/>
    <p:sldLayoutId id="2147483690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41"/>
          <p:cNvGrpSpPr/>
          <p:nvPr/>
        </p:nvGrpSpPr>
        <p:grpSpPr>
          <a:xfrm rot="-760393">
            <a:off x="2457501" y="659143"/>
            <a:ext cx="4821173" cy="3295457"/>
            <a:chOff x="8224325" y="1877325"/>
            <a:chExt cx="449175" cy="307025"/>
          </a:xfrm>
        </p:grpSpPr>
        <p:sp>
          <p:nvSpPr>
            <p:cNvPr id="511" name="Google Shape;511;p41"/>
            <p:cNvSpPr/>
            <p:nvPr/>
          </p:nvSpPr>
          <p:spPr>
            <a:xfrm>
              <a:off x="8224325" y="1877325"/>
              <a:ext cx="449175" cy="307025"/>
            </a:xfrm>
            <a:custGeom>
              <a:avLst/>
              <a:gdLst/>
              <a:ahLst/>
              <a:cxnLst/>
              <a:rect l="l" t="t" r="r" b="b"/>
              <a:pathLst>
                <a:path w="17967" h="12281" extrusionOk="0">
                  <a:moveTo>
                    <a:pt x="3111" y="0"/>
                  </a:moveTo>
                  <a:lnTo>
                    <a:pt x="938" y="1652"/>
                  </a:lnTo>
                  <a:lnTo>
                    <a:pt x="0" y="8246"/>
                  </a:lnTo>
                  <a:lnTo>
                    <a:pt x="1652" y="10434"/>
                  </a:lnTo>
                  <a:lnTo>
                    <a:pt x="14870" y="12280"/>
                  </a:lnTo>
                  <a:lnTo>
                    <a:pt x="17043" y="10643"/>
                  </a:lnTo>
                  <a:lnTo>
                    <a:pt x="17966" y="4034"/>
                  </a:lnTo>
                  <a:lnTo>
                    <a:pt x="16329" y="1861"/>
                  </a:lnTo>
                  <a:lnTo>
                    <a:pt x="31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512" name="Google Shape;512;p41"/>
            <p:cNvSpPr/>
            <p:nvPr/>
          </p:nvSpPr>
          <p:spPr>
            <a:xfrm>
              <a:off x="8231375" y="1886625"/>
              <a:ext cx="435050" cy="288775"/>
            </a:xfrm>
            <a:custGeom>
              <a:avLst/>
              <a:gdLst/>
              <a:ahLst/>
              <a:cxnLst/>
              <a:rect l="l" t="t" r="r" b="b"/>
              <a:pathLst>
                <a:path w="17402" h="11551" fill="none" extrusionOk="0">
                  <a:moveTo>
                    <a:pt x="1445" y="9705"/>
                  </a:moveTo>
                  <a:lnTo>
                    <a:pt x="1" y="7800"/>
                  </a:lnTo>
                  <a:lnTo>
                    <a:pt x="894" y="1429"/>
                  </a:lnTo>
                  <a:lnTo>
                    <a:pt x="2799" y="0"/>
                  </a:lnTo>
                  <a:lnTo>
                    <a:pt x="15972" y="1846"/>
                  </a:lnTo>
                  <a:lnTo>
                    <a:pt x="17401" y="3751"/>
                  </a:lnTo>
                  <a:lnTo>
                    <a:pt x="16508" y="10122"/>
                  </a:lnTo>
                  <a:lnTo>
                    <a:pt x="14618" y="11551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488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513" name="Google Shape;513;p41"/>
            <p:cNvSpPr/>
            <p:nvPr/>
          </p:nvSpPr>
          <p:spPr>
            <a:xfrm>
              <a:off x="8254075" y="1907075"/>
              <a:ext cx="389650" cy="247500"/>
            </a:xfrm>
            <a:custGeom>
              <a:avLst/>
              <a:gdLst/>
              <a:ahLst/>
              <a:cxnLst/>
              <a:rect l="l" t="t" r="r" b="b"/>
              <a:pathLst>
                <a:path w="15586" h="9900" extrusionOk="0">
                  <a:moveTo>
                    <a:pt x="2234" y="1"/>
                  </a:moveTo>
                  <a:lnTo>
                    <a:pt x="805" y="1088"/>
                  </a:lnTo>
                  <a:lnTo>
                    <a:pt x="1" y="6759"/>
                  </a:lnTo>
                  <a:lnTo>
                    <a:pt x="1088" y="8173"/>
                  </a:lnTo>
                  <a:lnTo>
                    <a:pt x="13368" y="9899"/>
                  </a:lnTo>
                  <a:lnTo>
                    <a:pt x="14796" y="8828"/>
                  </a:lnTo>
                  <a:lnTo>
                    <a:pt x="15585" y="3157"/>
                  </a:lnTo>
                  <a:lnTo>
                    <a:pt x="14514" y="1728"/>
                  </a:lnTo>
                  <a:lnTo>
                    <a:pt x="22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514" name="Google Shape;514;p41"/>
          <p:cNvSpPr txBox="1">
            <a:spLocks noGrp="1"/>
          </p:cNvSpPr>
          <p:nvPr>
            <p:ph type="subTitle" idx="1"/>
          </p:nvPr>
        </p:nvSpPr>
        <p:spPr>
          <a:xfrm>
            <a:off x="2299200" y="4005325"/>
            <a:ext cx="50028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Chapter 1</a:t>
            </a:r>
            <a:endParaRPr dirty="0"/>
          </a:p>
        </p:txBody>
      </p:sp>
      <p:sp>
        <p:nvSpPr>
          <p:cNvPr id="515" name="Google Shape;515;p41"/>
          <p:cNvSpPr txBox="1">
            <a:spLocks noGrp="1"/>
          </p:cNvSpPr>
          <p:nvPr>
            <p:ph type="ctrTitle"/>
          </p:nvPr>
        </p:nvSpPr>
        <p:spPr>
          <a:xfrm rot="-283149">
            <a:off x="2858401" y="1314777"/>
            <a:ext cx="4011098" cy="1973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altLang="en-US" sz="4000" dirty="0"/>
              <a:t>Introduction to Object-Oriented Programming: Java</a:t>
            </a:r>
            <a:endParaRPr sz="4000" dirty="0"/>
          </a:p>
        </p:txBody>
      </p:sp>
      <p:grpSp>
        <p:nvGrpSpPr>
          <p:cNvPr id="602" name="Google Shape;602;p41"/>
          <p:cNvGrpSpPr/>
          <p:nvPr/>
        </p:nvGrpSpPr>
        <p:grpSpPr>
          <a:xfrm>
            <a:off x="1749478" y="952791"/>
            <a:ext cx="1422751" cy="1049964"/>
            <a:chOff x="6409858" y="765723"/>
            <a:chExt cx="1553730" cy="1146624"/>
          </a:xfrm>
        </p:grpSpPr>
        <p:grpSp>
          <p:nvGrpSpPr>
            <p:cNvPr id="603" name="Google Shape;603;p41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604" name="Google Shape;604;p41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41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6" name="Google Shape;606;p41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607" name="Google Shape;607;p41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662C26">
                  <a:alpha val="312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41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1" name="Google Shape;1162;p56">
            <a:extLst>
              <a:ext uri="{FF2B5EF4-FFF2-40B4-BE49-F238E27FC236}">
                <a16:creationId xmlns:a16="http://schemas.microsoft.com/office/drawing/2014/main" id="{1D01D9F1-042B-4F37-BD7D-65D56A7E7138}"/>
              </a:ext>
            </a:extLst>
          </p:cNvPr>
          <p:cNvGrpSpPr/>
          <p:nvPr/>
        </p:nvGrpSpPr>
        <p:grpSpPr>
          <a:xfrm rot="235971">
            <a:off x="6899074" y="2624521"/>
            <a:ext cx="1094784" cy="1564101"/>
            <a:chOff x="2545977" y="765737"/>
            <a:chExt cx="1317340" cy="1882063"/>
          </a:xfrm>
        </p:grpSpPr>
        <p:grpSp>
          <p:nvGrpSpPr>
            <p:cNvPr id="102" name="Google Shape;1163;p56">
              <a:extLst>
                <a:ext uri="{FF2B5EF4-FFF2-40B4-BE49-F238E27FC236}">
                  <a16:creationId xmlns:a16="http://schemas.microsoft.com/office/drawing/2014/main" id="{E205E7D0-1C1F-4311-9100-08F94FC1AF69}"/>
                </a:ext>
              </a:extLst>
            </p:cNvPr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09" name="Google Shape;1164;p56">
                <a:extLst>
                  <a:ext uri="{FF2B5EF4-FFF2-40B4-BE49-F238E27FC236}">
                    <a16:creationId xmlns:a16="http://schemas.microsoft.com/office/drawing/2014/main" id="{CEE6372F-0005-4BF8-B410-F68BBF82A6C2}"/>
                  </a:ext>
                </a:extLst>
              </p:cNvPr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65;p56">
                <a:extLst>
                  <a:ext uri="{FF2B5EF4-FFF2-40B4-BE49-F238E27FC236}">
                    <a16:creationId xmlns:a16="http://schemas.microsoft.com/office/drawing/2014/main" id="{3589FFFE-4FA2-494C-A024-B01D4EB5F69C}"/>
                  </a:ext>
                </a:extLst>
              </p:cNvPr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66;p56">
                <a:extLst>
                  <a:ext uri="{FF2B5EF4-FFF2-40B4-BE49-F238E27FC236}">
                    <a16:creationId xmlns:a16="http://schemas.microsoft.com/office/drawing/2014/main" id="{72CE383B-3FDE-442A-B077-EAAF30A87898}"/>
                  </a:ext>
                </a:extLst>
              </p:cNvPr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67;p56">
                <a:extLst>
                  <a:ext uri="{FF2B5EF4-FFF2-40B4-BE49-F238E27FC236}">
                    <a16:creationId xmlns:a16="http://schemas.microsoft.com/office/drawing/2014/main" id="{B4697377-C252-4517-B5CA-3D32B0458C11}"/>
                  </a:ext>
                </a:extLst>
              </p:cNvPr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68;p56">
                <a:extLst>
                  <a:ext uri="{FF2B5EF4-FFF2-40B4-BE49-F238E27FC236}">
                    <a16:creationId xmlns:a16="http://schemas.microsoft.com/office/drawing/2014/main" id="{012DCA13-73DE-45EA-B4DB-2A52FCF60F02}"/>
                  </a:ext>
                </a:extLst>
              </p:cNvPr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" name="Google Shape;1169;p56">
              <a:extLst>
                <a:ext uri="{FF2B5EF4-FFF2-40B4-BE49-F238E27FC236}">
                  <a16:creationId xmlns:a16="http://schemas.microsoft.com/office/drawing/2014/main" id="{5BB73C19-52B1-4D83-9C6D-C81966E87022}"/>
                </a:ext>
              </a:extLst>
            </p:cNvPr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04" name="Google Shape;1170;p56">
                <a:extLst>
                  <a:ext uri="{FF2B5EF4-FFF2-40B4-BE49-F238E27FC236}">
                    <a16:creationId xmlns:a16="http://schemas.microsoft.com/office/drawing/2014/main" id="{7ABCEA79-BD9D-4576-979D-307ECAF38C79}"/>
                  </a:ext>
                </a:extLst>
              </p:cNvPr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171;p56">
                <a:extLst>
                  <a:ext uri="{FF2B5EF4-FFF2-40B4-BE49-F238E27FC236}">
                    <a16:creationId xmlns:a16="http://schemas.microsoft.com/office/drawing/2014/main" id="{80F7D46B-7510-44BF-94BC-46055A90E4CA}"/>
                  </a:ext>
                </a:extLst>
              </p:cNvPr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172;p56">
                <a:extLst>
                  <a:ext uri="{FF2B5EF4-FFF2-40B4-BE49-F238E27FC236}">
                    <a16:creationId xmlns:a16="http://schemas.microsoft.com/office/drawing/2014/main" id="{80C39A46-F217-4DD6-94FE-E5ECF841EE12}"/>
                  </a:ext>
                </a:extLst>
              </p:cNvPr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173;p56">
                <a:extLst>
                  <a:ext uri="{FF2B5EF4-FFF2-40B4-BE49-F238E27FC236}">
                    <a16:creationId xmlns:a16="http://schemas.microsoft.com/office/drawing/2014/main" id="{3816B59C-1E76-4CC7-B77A-C2E0B8D03B2E}"/>
                  </a:ext>
                </a:extLst>
              </p:cNvPr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174;p56">
                <a:extLst>
                  <a:ext uri="{FF2B5EF4-FFF2-40B4-BE49-F238E27FC236}">
                    <a16:creationId xmlns:a16="http://schemas.microsoft.com/office/drawing/2014/main" id="{78827BD8-75E8-4D1E-96B6-F31D01C22611}"/>
                  </a:ext>
                </a:extLst>
              </p:cNvPr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4"/>
          <p:cNvSpPr/>
          <p:nvPr/>
        </p:nvSpPr>
        <p:spPr>
          <a:xfrm rot="-134914">
            <a:off x="1563609" y="807838"/>
            <a:ext cx="6208781" cy="3359283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9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4"/>
          <p:cNvSpPr/>
          <p:nvPr/>
        </p:nvSpPr>
        <p:spPr>
          <a:xfrm rot="2663860" flipH="1">
            <a:off x="6735478" y="354975"/>
            <a:ext cx="1475679" cy="983526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4"/>
          <p:cNvSpPr/>
          <p:nvPr/>
        </p:nvSpPr>
        <p:spPr>
          <a:xfrm rot="-8012153" flipH="1">
            <a:off x="1147366" y="3624392"/>
            <a:ext cx="1475728" cy="983543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4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altLang="en-US" sz="9600" dirty="0"/>
              <a:t>Chapter 1</a:t>
            </a:r>
            <a:endParaRPr dirty="0"/>
          </a:p>
        </p:txBody>
      </p:sp>
      <p:sp>
        <p:nvSpPr>
          <p:cNvPr id="645" name="Google Shape;645;p44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Part 2</a:t>
            </a:r>
            <a:endParaRPr dirty="0"/>
          </a:p>
        </p:txBody>
      </p:sp>
      <p:grpSp>
        <p:nvGrpSpPr>
          <p:cNvPr id="646" name="Google Shape;646;p44"/>
          <p:cNvGrpSpPr/>
          <p:nvPr/>
        </p:nvGrpSpPr>
        <p:grpSpPr>
          <a:xfrm rot="386298" flipH="1">
            <a:off x="7232349" y="2425299"/>
            <a:ext cx="1348767" cy="2347183"/>
            <a:chOff x="5128299" y="1737793"/>
            <a:chExt cx="1422782" cy="2475987"/>
          </a:xfrm>
        </p:grpSpPr>
        <p:grpSp>
          <p:nvGrpSpPr>
            <p:cNvPr id="647" name="Google Shape;647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48" name="Google Shape;648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1" name="Google Shape;661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62" name="Google Shape;662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35243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Syntax Errors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30406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Syntax Errors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While typing in a program, if you don’t follow Java’s rules, you have made a syntax error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Syntax errors are very common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Some examples are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Too few or two many braces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Missing ; at the end of a line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Mistyping words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For example, </a:t>
            </a:r>
            <a:r>
              <a:rPr lang="en-US" sz="2400" b="1" dirty="0" err="1"/>
              <a:t>system.out.prinln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425780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Typing Tips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55545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Tips for Typing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Your life as a programmer will require a lot of typing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Here are some typing tips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They are real time-savers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Memorize and use them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Most work in many other programs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They will save you time there too</a:t>
            </a:r>
          </a:p>
        </p:txBody>
      </p:sp>
    </p:spTree>
    <p:extLst>
      <p:ext uri="{BB962C8B-B14F-4D97-AF65-F5344CB8AC3E}">
        <p14:creationId xmlns:p14="http://schemas.microsoft.com/office/powerpoint/2010/main" val="3914599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The Tips-Part 1 (Moving the cursor)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can use the mouse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can use the arrow keys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Home moves to the beginning of the line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End moves to the end of the line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 err="1"/>
              <a:t>PageUp</a:t>
            </a:r>
            <a:r>
              <a:rPr lang="en-US" sz="2800" b="1" dirty="0"/>
              <a:t>/</a:t>
            </a:r>
            <a:r>
              <a:rPr lang="en-US" sz="2800" b="1" dirty="0" err="1"/>
              <a:t>PageDown</a:t>
            </a:r>
            <a:r>
              <a:rPr lang="en-US" sz="2800" b="1" dirty="0"/>
              <a:t> moves up/down a page of text at a time</a:t>
            </a:r>
          </a:p>
        </p:txBody>
      </p:sp>
    </p:spTree>
    <p:extLst>
      <p:ext uri="{BB962C8B-B14F-4D97-AF65-F5344CB8AC3E}">
        <p14:creationId xmlns:p14="http://schemas.microsoft.com/office/powerpoint/2010/main" val="2633042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The Tips-Part 2 (Moving the cursor)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Ctrl + Left/Right Arrow moves over a word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Ctrl + Home moves to the beginning of the program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Ctrl + End moves to the end of the program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936582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The Tips-Part 3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Delete vs. Backspace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Insert mode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You can turn this on or off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It’s also called insert/overtype mode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Undo: Ctrl + Z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Save:  Ctrl + 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Do this often!</a:t>
            </a:r>
          </a:p>
        </p:txBody>
      </p:sp>
    </p:spTree>
    <p:extLst>
      <p:ext uri="{BB962C8B-B14F-4D97-AF65-F5344CB8AC3E}">
        <p14:creationId xmlns:p14="http://schemas.microsoft.com/office/powerpoint/2010/main" val="1650300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Lab 2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28807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Our Second Lab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Lab 2 is another introductory lab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purposes of this lab are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To learn more Java commands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To get more practice with your IDE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should type in, compile, and run the program in Lab 2 in the Lab Document online</a:t>
            </a:r>
          </a:p>
        </p:txBody>
      </p:sp>
    </p:spTree>
    <p:extLst>
      <p:ext uri="{BB962C8B-B14F-4D97-AF65-F5344CB8AC3E}">
        <p14:creationId xmlns:p14="http://schemas.microsoft.com/office/powerpoint/2010/main" val="1008779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Attention to Detail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Programming is all about attention to detail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For this lab, “attention to detail” means two things for the program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That you typed it exactly as it appeared in the Lab Document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That running it produced exactly the output shown in the document</a:t>
            </a:r>
          </a:p>
        </p:txBody>
      </p:sp>
    </p:spTree>
    <p:extLst>
      <p:ext uri="{BB962C8B-B14F-4D97-AF65-F5344CB8AC3E}">
        <p14:creationId xmlns:p14="http://schemas.microsoft.com/office/powerpoint/2010/main" val="4246364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Typing in the Program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When the program runs correctly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Number the lines on your printout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Make sure you follow the directions in the lab that tell you how to number the lines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Answer the questions in writing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Submit two documents (your source and answers to the questions) to Canvas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4288145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Being Meticulous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09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98980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A Key Point about Programming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Attention to detail is very important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will lose points if your program doesn’t meet the full requirements of the lab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Always double-check your program before submitting it</a:t>
            </a:r>
          </a:p>
        </p:txBody>
      </p:sp>
    </p:spTree>
    <p:extLst>
      <p:ext uri="{BB962C8B-B14F-4D97-AF65-F5344CB8AC3E}">
        <p14:creationId xmlns:p14="http://schemas.microsoft.com/office/powerpoint/2010/main" val="676491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Class Coding Principles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10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88120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Class Coding Principles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These principles are cumulative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We will see them throughout the course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will lose 1 point for failing to meet them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principles will be numbered, so you can keep track of them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13521570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200" dirty="0"/>
              <a:t>A Programming Career</a:t>
            </a:r>
            <a:endParaRPr lang="en-US" sz="3300" dirty="0"/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If you become a programmer, you will probably get a set of standards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will have to follow these standards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standards ensure that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Everybody’s code is easy to read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Code can be reused easier</a:t>
            </a:r>
          </a:p>
        </p:txBody>
      </p:sp>
    </p:spTree>
    <p:extLst>
      <p:ext uri="{BB962C8B-B14F-4D97-AF65-F5344CB8AC3E}">
        <p14:creationId xmlns:p14="http://schemas.microsoft.com/office/powerpoint/2010/main" val="18401867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Class Coding Principle 1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first four+ lines of every program should be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Your name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 date you wrote the program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Which lab the program is for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Some lines describing what the program does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This could be one or several  lines</a:t>
            </a:r>
          </a:p>
        </p:txBody>
      </p:sp>
    </p:spTree>
    <p:extLst>
      <p:ext uri="{BB962C8B-B14F-4D97-AF65-F5344CB8AC3E}">
        <p14:creationId xmlns:p14="http://schemas.microsoft.com/office/powerpoint/2010/main" val="11801674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Class Coding Principle 2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must indent correctly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Indent the line after {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Successive lines must line up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“Unindent” the line with the matching }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Important idea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 braces should line up</a:t>
            </a:r>
          </a:p>
        </p:txBody>
      </p:sp>
    </p:spTree>
    <p:extLst>
      <p:ext uri="{BB962C8B-B14F-4D97-AF65-F5344CB8AC3E}">
        <p14:creationId xmlns:p14="http://schemas.microsoft.com/office/powerpoint/2010/main" val="31342022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Readability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11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997097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Readability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What does it mean?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It means that any programmer can understand your program without much effort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We will learn several ideas to increase readability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will be a main focus of this course</a:t>
            </a:r>
          </a:p>
        </p:txBody>
      </p:sp>
    </p:spTree>
    <p:extLst>
      <p:ext uri="{BB962C8B-B14F-4D97-AF65-F5344CB8AC3E}">
        <p14:creationId xmlns:p14="http://schemas.microsoft.com/office/powerpoint/2010/main" val="39391748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Increasing Readability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Ways to Increase Readability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Add comments to programs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Use them to explain code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There should be a comment every few lines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No line should be longer than 80 characters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Skip lines between logical “parts” of the program</a:t>
            </a:r>
          </a:p>
        </p:txBody>
      </p:sp>
    </p:spTree>
    <p:extLst>
      <p:ext uri="{BB962C8B-B14F-4D97-AF65-F5344CB8AC3E}">
        <p14:creationId xmlns:p14="http://schemas.microsoft.com/office/powerpoint/2010/main" val="24863783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Lab 2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12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355788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Lab 2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Code, compile, and run the project described in Lab 2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Don’t forget the class coding principles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Also, use comments to explain your code</a:t>
            </a:r>
          </a:p>
        </p:txBody>
      </p:sp>
    </p:spTree>
    <p:extLst>
      <p:ext uri="{BB962C8B-B14F-4D97-AF65-F5344CB8AC3E}">
        <p14:creationId xmlns:p14="http://schemas.microsoft.com/office/powerpoint/2010/main" val="12938693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Putting Comments in Programs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should use one comment per “section” of your program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800" b="1" dirty="0"/>
              <a:t>You should think of a program as being made up of pieces, not individual lines</a:t>
            </a:r>
          </a:p>
        </p:txBody>
      </p:sp>
    </p:spTree>
    <p:extLst>
      <p:ext uri="{BB962C8B-B14F-4D97-AF65-F5344CB8AC3E}">
        <p14:creationId xmlns:p14="http://schemas.microsoft.com/office/powerpoint/2010/main" val="28663822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Academic Honesty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short version of the policy is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“All programs must be written by you alone”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explicit policy is described in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800" b="1" dirty="0"/>
              <a:t>the syllabus, and 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800" b="1" dirty="0"/>
              <a:t>the PowerPoint for Chapter 0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If a program is not entirely your own work, you will receive a zero (0) for it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1960913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THE MOST IMPORTANT IDEA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What was the most important idea from Chapter 1?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13205924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2" name="Google Shape;1902;p69"/>
          <p:cNvSpPr/>
          <p:nvPr/>
        </p:nvSpPr>
        <p:spPr>
          <a:xfrm rot="170979">
            <a:off x="995896" y="1166612"/>
            <a:ext cx="7205010" cy="3643684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05" name="Google Shape;1905;p69"/>
          <p:cNvSpPr txBox="1">
            <a:spLocks noGrp="1"/>
          </p:cNvSpPr>
          <p:nvPr>
            <p:ph type="title"/>
          </p:nvPr>
        </p:nvSpPr>
        <p:spPr>
          <a:xfrm>
            <a:off x="708711" y="44525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MOST IMPORTANT IDEA</a:t>
            </a:r>
            <a:endParaRPr dirty="0"/>
          </a:p>
        </p:txBody>
      </p:sp>
      <p:sp>
        <p:nvSpPr>
          <p:cNvPr id="1920" name="Google Shape;1920;p69"/>
          <p:cNvSpPr/>
          <p:nvPr/>
        </p:nvSpPr>
        <p:spPr>
          <a:xfrm rot="3262443" flipH="1">
            <a:off x="7582952" y="1046427"/>
            <a:ext cx="989400" cy="669479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1" name="Google Shape;1921;p69"/>
          <p:cNvSpPr/>
          <p:nvPr/>
        </p:nvSpPr>
        <p:spPr>
          <a:xfrm rot="-9103761" flipH="1">
            <a:off x="1694064" y="4479069"/>
            <a:ext cx="989388" cy="669476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22" name="Google Shape;1922;p69"/>
          <p:cNvGrpSpPr/>
          <p:nvPr/>
        </p:nvGrpSpPr>
        <p:grpSpPr>
          <a:xfrm rot="736540" flipH="1">
            <a:off x="7471556" y="3247341"/>
            <a:ext cx="985034" cy="1714198"/>
            <a:chOff x="5128299" y="1737793"/>
            <a:chExt cx="1422782" cy="2475987"/>
          </a:xfrm>
        </p:grpSpPr>
        <p:grpSp>
          <p:nvGrpSpPr>
            <p:cNvPr id="1923" name="Google Shape;1923;p69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924" name="Google Shape;1924;p69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69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69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Google Shape;1927;p69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Google Shape;1928;p69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69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69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69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69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69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69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69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69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37" name="Google Shape;1937;p69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938" name="Google Shape;1938;p69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Google Shape;1939;p69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Google Shape;1940;p69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69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69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69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69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Google Shape;1945;p69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69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69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Google Shape;1948;p69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Google Shape;1949;p69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Google Shape;1950;p69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11" name="Google Shape;1911;p69"/>
          <p:cNvGrpSpPr/>
          <p:nvPr/>
        </p:nvGrpSpPr>
        <p:grpSpPr>
          <a:xfrm>
            <a:off x="2035461" y="1651334"/>
            <a:ext cx="584795" cy="507654"/>
            <a:chOff x="2212400" y="4089300"/>
            <a:chExt cx="267225" cy="231975"/>
          </a:xfrm>
        </p:grpSpPr>
        <p:sp>
          <p:nvSpPr>
            <p:cNvPr id="1912" name="Google Shape;1912;p69"/>
            <p:cNvSpPr/>
            <p:nvPr/>
          </p:nvSpPr>
          <p:spPr>
            <a:xfrm>
              <a:off x="2264600" y="4269050"/>
              <a:ext cx="17850" cy="17875"/>
            </a:xfrm>
            <a:custGeom>
              <a:avLst/>
              <a:gdLst/>
              <a:ahLst/>
              <a:cxnLst/>
              <a:rect l="l" t="t" r="r" b="b"/>
              <a:pathLst>
                <a:path w="714" h="715" extrusionOk="0">
                  <a:moveTo>
                    <a:pt x="357" y="1"/>
                  </a:moveTo>
                  <a:cubicBezTo>
                    <a:pt x="161" y="1"/>
                    <a:pt x="0" y="162"/>
                    <a:pt x="0" y="358"/>
                  </a:cubicBezTo>
                  <a:cubicBezTo>
                    <a:pt x="0" y="554"/>
                    <a:pt x="161" y="715"/>
                    <a:pt x="357" y="715"/>
                  </a:cubicBezTo>
                  <a:cubicBezTo>
                    <a:pt x="553" y="715"/>
                    <a:pt x="714" y="554"/>
                    <a:pt x="714" y="358"/>
                  </a:cubicBezTo>
                  <a:cubicBezTo>
                    <a:pt x="714" y="162"/>
                    <a:pt x="553" y="1"/>
                    <a:pt x="35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913" name="Google Shape;1913;p69"/>
            <p:cNvSpPr/>
            <p:nvPr/>
          </p:nvSpPr>
          <p:spPr>
            <a:xfrm>
              <a:off x="2409575" y="4269050"/>
              <a:ext cx="17850" cy="17875"/>
            </a:xfrm>
            <a:custGeom>
              <a:avLst/>
              <a:gdLst/>
              <a:ahLst/>
              <a:cxnLst/>
              <a:rect l="l" t="t" r="r" b="b"/>
              <a:pathLst>
                <a:path w="714" h="715" extrusionOk="0">
                  <a:moveTo>
                    <a:pt x="357" y="1"/>
                  </a:moveTo>
                  <a:cubicBezTo>
                    <a:pt x="161" y="1"/>
                    <a:pt x="0" y="162"/>
                    <a:pt x="0" y="358"/>
                  </a:cubicBezTo>
                  <a:cubicBezTo>
                    <a:pt x="0" y="554"/>
                    <a:pt x="161" y="715"/>
                    <a:pt x="357" y="715"/>
                  </a:cubicBezTo>
                  <a:cubicBezTo>
                    <a:pt x="553" y="715"/>
                    <a:pt x="714" y="554"/>
                    <a:pt x="714" y="358"/>
                  </a:cubicBezTo>
                  <a:cubicBezTo>
                    <a:pt x="714" y="162"/>
                    <a:pt x="553" y="1"/>
                    <a:pt x="35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914" name="Google Shape;1914;p69"/>
            <p:cNvSpPr/>
            <p:nvPr/>
          </p:nvSpPr>
          <p:spPr>
            <a:xfrm>
              <a:off x="2212400" y="4089300"/>
              <a:ext cx="267225" cy="231975"/>
            </a:xfrm>
            <a:custGeom>
              <a:avLst/>
              <a:gdLst/>
              <a:ahLst/>
              <a:cxnLst/>
              <a:rect l="l" t="t" r="r" b="b"/>
              <a:pathLst>
                <a:path w="10689" h="9279" extrusionOk="0">
                  <a:moveTo>
                    <a:pt x="2445" y="696"/>
                  </a:moveTo>
                  <a:cubicBezTo>
                    <a:pt x="3016" y="696"/>
                    <a:pt x="3498" y="1160"/>
                    <a:pt x="3498" y="1749"/>
                  </a:cubicBezTo>
                  <a:lnTo>
                    <a:pt x="3498" y="2142"/>
                  </a:lnTo>
                  <a:cubicBezTo>
                    <a:pt x="2891" y="2284"/>
                    <a:pt x="2445" y="2837"/>
                    <a:pt x="2445" y="3480"/>
                  </a:cubicBezTo>
                  <a:cubicBezTo>
                    <a:pt x="2445" y="4122"/>
                    <a:pt x="2891" y="4675"/>
                    <a:pt x="3498" y="4836"/>
                  </a:cubicBezTo>
                  <a:lnTo>
                    <a:pt x="3498" y="5799"/>
                  </a:lnTo>
                  <a:lnTo>
                    <a:pt x="1749" y="5799"/>
                  </a:lnTo>
                  <a:cubicBezTo>
                    <a:pt x="1624" y="5799"/>
                    <a:pt x="1517" y="5817"/>
                    <a:pt x="1410" y="5835"/>
                  </a:cubicBezTo>
                  <a:lnTo>
                    <a:pt x="1410" y="1749"/>
                  </a:lnTo>
                  <a:cubicBezTo>
                    <a:pt x="1410" y="1160"/>
                    <a:pt x="1874" y="696"/>
                    <a:pt x="2445" y="696"/>
                  </a:cubicBezTo>
                  <a:close/>
                  <a:moveTo>
                    <a:pt x="9297" y="714"/>
                  </a:moveTo>
                  <a:lnTo>
                    <a:pt x="9297" y="5835"/>
                  </a:lnTo>
                  <a:cubicBezTo>
                    <a:pt x="9172" y="5817"/>
                    <a:pt x="9065" y="5799"/>
                    <a:pt x="8940" y="5799"/>
                  </a:cubicBezTo>
                  <a:lnTo>
                    <a:pt x="8601" y="5799"/>
                  </a:lnTo>
                  <a:lnTo>
                    <a:pt x="8601" y="3141"/>
                  </a:lnTo>
                  <a:cubicBezTo>
                    <a:pt x="8601" y="2944"/>
                    <a:pt x="8440" y="2784"/>
                    <a:pt x="8244" y="2784"/>
                  </a:cubicBezTo>
                  <a:cubicBezTo>
                    <a:pt x="8048" y="2784"/>
                    <a:pt x="7905" y="2944"/>
                    <a:pt x="7905" y="3141"/>
                  </a:cubicBezTo>
                  <a:lnTo>
                    <a:pt x="7905" y="5799"/>
                  </a:lnTo>
                  <a:lnTo>
                    <a:pt x="7209" y="5799"/>
                  </a:lnTo>
                  <a:lnTo>
                    <a:pt x="7209" y="3141"/>
                  </a:lnTo>
                  <a:cubicBezTo>
                    <a:pt x="7209" y="1910"/>
                    <a:pt x="8119" y="893"/>
                    <a:pt x="9297" y="714"/>
                  </a:cubicBezTo>
                  <a:close/>
                  <a:moveTo>
                    <a:pt x="8940" y="6495"/>
                  </a:moveTo>
                  <a:cubicBezTo>
                    <a:pt x="9529" y="6495"/>
                    <a:pt x="9992" y="6977"/>
                    <a:pt x="9992" y="7548"/>
                  </a:cubicBezTo>
                  <a:cubicBezTo>
                    <a:pt x="9992" y="8119"/>
                    <a:pt x="9529" y="8583"/>
                    <a:pt x="8940" y="8583"/>
                  </a:cubicBezTo>
                  <a:lnTo>
                    <a:pt x="1749" y="8583"/>
                  </a:lnTo>
                  <a:cubicBezTo>
                    <a:pt x="1178" y="8583"/>
                    <a:pt x="696" y="8119"/>
                    <a:pt x="696" y="7548"/>
                  </a:cubicBezTo>
                  <a:cubicBezTo>
                    <a:pt x="696" y="6977"/>
                    <a:pt x="1178" y="6495"/>
                    <a:pt x="1749" y="6495"/>
                  </a:cubicBezTo>
                  <a:close/>
                  <a:moveTo>
                    <a:pt x="2445" y="0"/>
                  </a:moveTo>
                  <a:cubicBezTo>
                    <a:pt x="1482" y="0"/>
                    <a:pt x="696" y="785"/>
                    <a:pt x="696" y="1749"/>
                  </a:cubicBezTo>
                  <a:lnTo>
                    <a:pt x="696" y="6156"/>
                  </a:lnTo>
                  <a:cubicBezTo>
                    <a:pt x="286" y="6477"/>
                    <a:pt x="1" y="6977"/>
                    <a:pt x="1" y="7548"/>
                  </a:cubicBezTo>
                  <a:cubicBezTo>
                    <a:pt x="1" y="8511"/>
                    <a:pt x="786" y="9279"/>
                    <a:pt x="1749" y="9279"/>
                  </a:cubicBezTo>
                  <a:lnTo>
                    <a:pt x="8940" y="9279"/>
                  </a:lnTo>
                  <a:cubicBezTo>
                    <a:pt x="9903" y="9279"/>
                    <a:pt x="10688" y="8511"/>
                    <a:pt x="10688" y="7548"/>
                  </a:cubicBezTo>
                  <a:cubicBezTo>
                    <a:pt x="10688" y="6977"/>
                    <a:pt x="10403" y="6477"/>
                    <a:pt x="9992" y="6156"/>
                  </a:cubicBezTo>
                  <a:lnTo>
                    <a:pt x="9992" y="357"/>
                  </a:lnTo>
                  <a:cubicBezTo>
                    <a:pt x="9992" y="161"/>
                    <a:pt x="9832" y="0"/>
                    <a:pt x="9636" y="0"/>
                  </a:cubicBezTo>
                  <a:cubicBezTo>
                    <a:pt x="7905" y="0"/>
                    <a:pt x="6513" y="1410"/>
                    <a:pt x="6513" y="3141"/>
                  </a:cubicBezTo>
                  <a:lnTo>
                    <a:pt x="6513" y="5799"/>
                  </a:lnTo>
                  <a:lnTo>
                    <a:pt x="4194" y="5799"/>
                  </a:lnTo>
                  <a:lnTo>
                    <a:pt x="4194" y="4532"/>
                  </a:lnTo>
                  <a:cubicBezTo>
                    <a:pt x="4194" y="4336"/>
                    <a:pt x="4033" y="4176"/>
                    <a:pt x="3837" y="4176"/>
                  </a:cubicBezTo>
                  <a:cubicBezTo>
                    <a:pt x="3462" y="4176"/>
                    <a:pt x="3141" y="3872"/>
                    <a:pt x="3141" y="3480"/>
                  </a:cubicBezTo>
                  <a:cubicBezTo>
                    <a:pt x="3141" y="3105"/>
                    <a:pt x="3462" y="2784"/>
                    <a:pt x="3837" y="2784"/>
                  </a:cubicBezTo>
                  <a:cubicBezTo>
                    <a:pt x="4033" y="2784"/>
                    <a:pt x="4194" y="2623"/>
                    <a:pt x="4194" y="2445"/>
                  </a:cubicBezTo>
                  <a:lnTo>
                    <a:pt x="4194" y="1749"/>
                  </a:lnTo>
                  <a:cubicBezTo>
                    <a:pt x="4194" y="785"/>
                    <a:pt x="3409" y="0"/>
                    <a:pt x="24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4"/>
                </a:solidFill>
              </a:endParaRPr>
            </a:p>
          </p:txBody>
        </p:sp>
        <p:sp>
          <p:nvSpPr>
            <p:cNvPr id="1915" name="Google Shape;1915;p69"/>
            <p:cNvSpPr/>
            <p:nvPr/>
          </p:nvSpPr>
          <p:spPr>
            <a:xfrm>
              <a:off x="2299825" y="4269050"/>
              <a:ext cx="92800" cy="17425"/>
            </a:xfrm>
            <a:custGeom>
              <a:avLst/>
              <a:gdLst/>
              <a:ahLst/>
              <a:cxnLst/>
              <a:rect l="l" t="t" r="r" b="b"/>
              <a:pathLst>
                <a:path w="3712" h="697" extrusionOk="0">
                  <a:moveTo>
                    <a:pt x="340" y="1"/>
                  </a:moveTo>
                  <a:cubicBezTo>
                    <a:pt x="143" y="1"/>
                    <a:pt x="1" y="162"/>
                    <a:pt x="1" y="358"/>
                  </a:cubicBezTo>
                  <a:cubicBezTo>
                    <a:pt x="1" y="554"/>
                    <a:pt x="143" y="697"/>
                    <a:pt x="340" y="697"/>
                  </a:cubicBezTo>
                  <a:lnTo>
                    <a:pt x="3355" y="697"/>
                  </a:lnTo>
                  <a:cubicBezTo>
                    <a:pt x="3551" y="697"/>
                    <a:pt x="3712" y="554"/>
                    <a:pt x="3712" y="358"/>
                  </a:cubicBezTo>
                  <a:cubicBezTo>
                    <a:pt x="3712" y="162"/>
                    <a:pt x="3551" y="1"/>
                    <a:pt x="335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  <p:sp>
        <p:nvSpPr>
          <p:cNvPr id="1910" name="Google Shape;1910;p69"/>
          <p:cNvSpPr/>
          <p:nvPr/>
        </p:nvSpPr>
        <p:spPr>
          <a:xfrm>
            <a:off x="4271811" y="1583822"/>
            <a:ext cx="600388" cy="575166"/>
          </a:xfrm>
          <a:custGeom>
            <a:avLst/>
            <a:gdLst/>
            <a:ahLst/>
            <a:cxnLst/>
            <a:rect l="l" t="t" r="r" b="b"/>
            <a:pathLst>
              <a:path w="10974" h="10513" extrusionOk="0">
                <a:moveTo>
                  <a:pt x="10082" y="1029"/>
                </a:moveTo>
                <a:cubicBezTo>
                  <a:pt x="10135" y="1618"/>
                  <a:pt x="9957" y="2153"/>
                  <a:pt x="9546" y="2563"/>
                </a:cubicBezTo>
                <a:lnTo>
                  <a:pt x="6067" y="6025"/>
                </a:lnTo>
                <a:lnTo>
                  <a:pt x="5585" y="5525"/>
                </a:lnTo>
                <a:lnTo>
                  <a:pt x="8065" y="3045"/>
                </a:lnTo>
                <a:cubicBezTo>
                  <a:pt x="8190" y="2920"/>
                  <a:pt x="8190" y="2688"/>
                  <a:pt x="8065" y="2563"/>
                </a:cubicBezTo>
                <a:cubicBezTo>
                  <a:pt x="7994" y="2492"/>
                  <a:pt x="7905" y="2456"/>
                  <a:pt x="7816" y="2456"/>
                </a:cubicBezTo>
                <a:cubicBezTo>
                  <a:pt x="7726" y="2456"/>
                  <a:pt x="7637" y="2492"/>
                  <a:pt x="7566" y="2563"/>
                </a:cubicBezTo>
                <a:lnTo>
                  <a:pt x="5086" y="5043"/>
                </a:lnTo>
                <a:lnTo>
                  <a:pt x="4604" y="4544"/>
                </a:lnTo>
                <a:lnTo>
                  <a:pt x="7637" y="1511"/>
                </a:lnTo>
                <a:cubicBezTo>
                  <a:pt x="7712" y="1423"/>
                  <a:pt x="7813" y="1379"/>
                  <a:pt x="7910" y="1379"/>
                </a:cubicBezTo>
                <a:cubicBezTo>
                  <a:pt x="7952" y="1379"/>
                  <a:pt x="7992" y="1387"/>
                  <a:pt x="8030" y="1403"/>
                </a:cubicBezTo>
                <a:cubicBezTo>
                  <a:pt x="8303" y="1550"/>
                  <a:pt x="8565" y="1621"/>
                  <a:pt x="8823" y="1621"/>
                </a:cubicBezTo>
                <a:cubicBezTo>
                  <a:pt x="9036" y="1621"/>
                  <a:pt x="9247" y="1572"/>
                  <a:pt x="9457" y="1475"/>
                </a:cubicBezTo>
                <a:cubicBezTo>
                  <a:pt x="9671" y="1368"/>
                  <a:pt x="9885" y="1207"/>
                  <a:pt x="10082" y="1029"/>
                </a:cubicBezTo>
                <a:close/>
                <a:moveTo>
                  <a:pt x="3614" y="4687"/>
                </a:moveTo>
                <a:cubicBezTo>
                  <a:pt x="3703" y="4687"/>
                  <a:pt x="3792" y="4722"/>
                  <a:pt x="3855" y="4794"/>
                </a:cubicBezTo>
                <a:lnTo>
                  <a:pt x="5835" y="6756"/>
                </a:lnTo>
                <a:cubicBezTo>
                  <a:pt x="5960" y="6899"/>
                  <a:pt x="5960" y="7113"/>
                  <a:pt x="5835" y="7256"/>
                </a:cubicBezTo>
                <a:cubicBezTo>
                  <a:pt x="5764" y="7327"/>
                  <a:pt x="5675" y="7363"/>
                  <a:pt x="5585" y="7363"/>
                </a:cubicBezTo>
                <a:cubicBezTo>
                  <a:pt x="5496" y="7363"/>
                  <a:pt x="5407" y="7327"/>
                  <a:pt x="5336" y="7256"/>
                </a:cubicBezTo>
                <a:lnTo>
                  <a:pt x="3373" y="5293"/>
                </a:lnTo>
                <a:cubicBezTo>
                  <a:pt x="3230" y="5150"/>
                  <a:pt x="3230" y="4936"/>
                  <a:pt x="3373" y="4794"/>
                </a:cubicBezTo>
                <a:cubicBezTo>
                  <a:pt x="3435" y="4722"/>
                  <a:pt x="3524" y="4687"/>
                  <a:pt x="3614" y="4687"/>
                </a:cubicBezTo>
                <a:close/>
                <a:moveTo>
                  <a:pt x="3123" y="6025"/>
                </a:moveTo>
                <a:lnTo>
                  <a:pt x="4604" y="7506"/>
                </a:lnTo>
                <a:lnTo>
                  <a:pt x="4104" y="7987"/>
                </a:lnTo>
                <a:lnTo>
                  <a:pt x="3248" y="7131"/>
                </a:lnTo>
                <a:cubicBezTo>
                  <a:pt x="3177" y="7060"/>
                  <a:pt x="3087" y="7024"/>
                  <a:pt x="2998" y="7024"/>
                </a:cubicBezTo>
                <a:cubicBezTo>
                  <a:pt x="2909" y="7024"/>
                  <a:pt x="2820" y="7060"/>
                  <a:pt x="2748" y="7131"/>
                </a:cubicBezTo>
                <a:cubicBezTo>
                  <a:pt x="2606" y="7274"/>
                  <a:pt x="2606" y="7488"/>
                  <a:pt x="2748" y="7631"/>
                </a:cubicBezTo>
                <a:lnTo>
                  <a:pt x="3605" y="8487"/>
                </a:lnTo>
                <a:lnTo>
                  <a:pt x="3123" y="8987"/>
                </a:lnTo>
                <a:lnTo>
                  <a:pt x="2249" y="8112"/>
                </a:lnTo>
                <a:cubicBezTo>
                  <a:pt x="2186" y="8050"/>
                  <a:pt x="2097" y="8019"/>
                  <a:pt x="2008" y="8019"/>
                </a:cubicBezTo>
                <a:cubicBezTo>
                  <a:pt x="1919" y="8019"/>
                  <a:pt x="1829" y="8050"/>
                  <a:pt x="1767" y="8112"/>
                </a:cubicBezTo>
                <a:cubicBezTo>
                  <a:pt x="1624" y="8255"/>
                  <a:pt x="1624" y="8469"/>
                  <a:pt x="1767" y="8612"/>
                </a:cubicBezTo>
                <a:lnTo>
                  <a:pt x="2623" y="9468"/>
                </a:lnTo>
                <a:lnTo>
                  <a:pt x="2374" y="9718"/>
                </a:lnTo>
                <a:cubicBezTo>
                  <a:pt x="2311" y="9790"/>
                  <a:pt x="2222" y="9825"/>
                  <a:pt x="2133" y="9825"/>
                </a:cubicBezTo>
                <a:cubicBezTo>
                  <a:pt x="2044" y="9825"/>
                  <a:pt x="1954" y="9790"/>
                  <a:pt x="1892" y="9718"/>
                </a:cubicBezTo>
                <a:lnTo>
                  <a:pt x="911" y="8737"/>
                </a:lnTo>
                <a:cubicBezTo>
                  <a:pt x="768" y="8594"/>
                  <a:pt x="768" y="8380"/>
                  <a:pt x="911" y="8237"/>
                </a:cubicBezTo>
                <a:lnTo>
                  <a:pt x="3123" y="6025"/>
                </a:lnTo>
                <a:close/>
                <a:moveTo>
                  <a:pt x="10275" y="1"/>
                </a:moveTo>
                <a:cubicBezTo>
                  <a:pt x="10186" y="1"/>
                  <a:pt x="10097" y="33"/>
                  <a:pt x="10028" y="101"/>
                </a:cubicBezTo>
                <a:lnTo>
                  <a:pt x="9975" y="155"/>
                </a:lnTo>
                <a:cubicBezTo>
                  <a:pt x="9491" y="638"/>
                  <a:pt x="9189" y="922"/>
                  <a:pt x="8822" y="922"/>
                </a:cubicBezTo>
                <a:cubicBezTo>
                  <a:pt x="8675" y="922"/>
                  <a:pt x="8517" y="876"/>
                  <a:pt x="8333" y="779"/>
                </a:cubicBezTo>
                <a:cubicBezTo>
                  <a:pt x="8205" y="718"/>
                  <a:pt x="8065" y="688"/>
                  <a:pt x="7923" y="688"/>
                </a:cubicBezTo>
                <a:cubicBezTo>
                  <a:pt x="7648" y="688"/>
                  <a:pt x="7367" y="799"/>
                  <a:pt x="7155" y="1011"/>
                </a:cubicBezTo>
                <a:lnTo>
                  <a:pt x="4069" y="4098"/>
                </a:lnTo>
                <a:cubicBezTo>
                  <a:pt x="3922" y="4031"/>
                  <a:pt x="3763" y="3997"/>
                  <a:pt x="3604" y="3997"/>
                </a:cubicBezTo>
                <a:cubicBezTo>
                  <a:pt x="3338" y="3997"/>
                  <a:pt x="3074" y="4093"/>
                  <a:pt x="2873" y="4294"/>
                </a:cubicBezTo>
                <a:cubicBezTo>
                  <a:pt x="2552" y="4633"/>
                  <a:pt x="2481" y="5115"/>
                  <a:pt x="2677" y="5489"/>
                </a:cubicBezTo>
                <a:lnTo>
                  <a:pt x="411" y="7755"/>
                </a:lnTo>
                <a:cubicBezTo>
                  <a:pt x="1" y="8148"/>
                  <a:pt x="1" y="8826"/>
                  <a:pt x="411" y="9219"/>
                </a:cubicBezTo>
                <a:lnTo>
                  <a:pt x="1392" y="10218"/>
                </a:lnTo>
                <a:cubicBezTo>
                  <a:pt x="1597" y="10414"/>
                  <a:pt x="1865" y="10512"/>
                  <a:pt x="2133" y="10512"/>
                </a:cubicBezTo>
                <a:cubicBezTo>
                  <a:pt x="2400" y="10512"/>
                  <a:pt x="2668" y="10414"/>
                  <a:pt x="2873" y="10218"/>
                </a:cubicBezTo>
                <a:lnTo>
                  <a:pt x="5139" y="7952"/>
                </a:lnTo>
                <a:cubicBezTo>
                  <a:pt x="5279" y="8018"/>
                  <a:pt x="5434" y="8053"/>
                  <a:pt x="5590" y="8053"/>
                </a:cubicBezTo>
                <a:cubicBezTo>
                  <a:pt x="5852" y="8053"/>
                  <a:pt x="6116" y="7957"/>
                  <a:pt x="6317" y="7755"/>
                </a:cubicBezTo>
                <a:cubicBezTo>
                  <a:pt x="6656" y="7416"/>
                  <a:pt x="6709" y="6935"/>
                  <a:pt x="6531" y="6560"/>
                </a:cubicBezTo>
                <a:lnTo>
                  <a:pt x="10028" y="3063"/>
                </a:lnTo>
                <a:cubicBezTo>
                  <a:pt x="10028" y="3063"/>
                  <a:pt x="10028" y="3063"/>
                  <a:pt x="10028" y="3045"/>
                </a:cubicBezTo>
                <a:cubicBezTo>
                  <a:pt x="10760" y="2313"/>
                  <a:pt x="10974" y="1314"/>
                  <a:pt x="10617" y="226"/>
                </a:cubicBezTo>
                <a:cubicBezTo>
                  <a:pt x="10562" y="83"/>
                  <a:pt x="10419" y="1"/>
                  <a:pt x="1027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916" name="Google Shape;1916;p69"/>
          <p:cNvGrpSpPr/>
          <p:nvPr/>
        </p:nvGrpSpPr>
        <p:grpSpPr>
          <a:xfrm>
            <a:off x="6523747" y="1587597"/>
            <a:ext cx="600388" cy="571391"/>
            <a:chOff x="1634300" y="3219800"/>
            <a:chExt cx="274350" cy="261100"/>
          </a:xfrm>
        </p:grpSpPr>
        <p:sp>
          <p:nvSpPr>
            <p:cNvPr id="1917" name="Google Shape;1917;p69"/>
            <p:cNvSpPr/>
            <p:nvPr/>
          </p:nvSpPr>
          <p:spPr>
            <a:xfrm>
              <a:off x="1680250" y="3375600"/>
              <a:ext cx="65150" cy="70500"/>
            </a:xfrm>
            <a:custGeom>
              <a:avLst/>
              <a:gdLst/>
              <a:ahLst/>
              <a:cxnLst/>
              <a:rect l="l" t="t" r="r" b="b"/>
              <a:pathLst>
                <a:path w="2606" h="2820" extrusionOk="0">
                  <a:moveTo>
                    <a:pt x="1303" y="1053"/>
                  </a:moveTo>
                  <a:lnTo>
                    <a:pt x="1606" y="1606"/>
                  </a:lnTo>
                  <a:cubicBezTo>
                    <a:pt x="1731" y="1838"/>
                    <a:pt x="1570" y="2123"/>
                    <a:pt x="1303" y="2123"/>
                  </a:cubicBezTo>
                  <a:cubicBezTo>
                    <a:pt x="1035" y="2123"/>
                    <a:pt x="857" y="1838"/>
                    <a:pt x="999" y="1606"/>
                  </a:cubicBezTo>
                  <a:lnTo>
                    <a:pt x="1303" y="1053"/>
                  </a:lnTo>
                  <a:close/>
                  <a:moveTo>
                    <a:pt x="1303" y="0"/>
                  </a:moveTo>
                  <a:cubicBezTo>
                    <a:pt x="1178" y="0"/>
                    <a:pt x="1053" y="72"/>
                    <a:pt x="999" y="179"/>
                  </a:cubicBezTo>
                  <a:lnTo>
                    <a:pt x="393" y="1267"/>
                  </a:lnTo>
                  <a:cubicBezTo>
                    <a:pt x="0" y="1945"/>
                    <a:pt x="500" y="2819"/>
                    <a:pt x="1303" y="2819"/>
                  </a:cubicBezTo>
                  <a:cubicBezTo>
                    <a:pt x="2088" y="2819"/>
                    <a:pt x="2605" y="1945"/>
                    <a:pt x="2213" y="1267"/>
                  </a:cubicBezTo>
                  <a:lnTo>
                    <a:pt x="1606" y="179"/>
                  </a:lnTo>
                  <a:cubicBezTo>
                    <a:pt x="1535" y="72"/>
                    <a:pt x="1428" y="0"/>
                    <a:pt x="13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918" name="Google Shape;1918;p69"/>
            <p:cNvSpPr/>
            <p:nvPr/>
          </p:nvSpPr>
          <p:spPr>
            <a:xfrm>
              <a:off x="1634300" y="3219925"/>
              <a:ext cx="156600" cy="260975"/>
            </a:xfrm>
            <a:custGeom>
              <a:avLst/>
              <a:gdLst/>
              <a:ahLst/>
              <a:cxnLst/>
              <a:rect l="l" t="t" r="r" b="b"/>
              <a:pathLst>
                <a:path w="6264" h="10439" extrusionOk="0">
                  <a:moveTo>
                    <a:pt x="4533" y="696"/>
                  </a:moveTo>
                  <a:cubicBezTo>
                    <a:pt x="4729" y="696"/>
                    <a:pt x="4872" y="839"/>
                    <a:pt x="4872" y="1035"/>
                  </a:cubicBezTo>
                  <a:cubicBezTo>
                    <a:pt x="4872" y="1231"/>
                    <a:pt x="4729" y="1392"/>
                    <a:pt x="4533" y="1392"/>
                  </a:cubicBezTo>
                  <a:cubicBezTo>
                    <a:pt x="4336" y="1392"/>
                    <a:pt x="4176" y="1231"/>
                    <a:pt x="4176" y="1035"/>
                  </a:cubicBezTo>
                  <a:cubicBezTo>
                    <a:pt x="4176" y="839"/>
                    <a:pt x="4336" y="696"/>
                    <a:pt x="4533" y="696"/>
                  </a:cubicBezTo>
                  <a:close/>
                  <a:moveTo>
                    <a:pt x="1749" y="2784"/>
                  </a:moveTo>
                  <a:cubicBezTo>
                    <a:pt x="1927" y="2784"/>
                    <a:pt x="2088" y="2926"/>
                    <a:pt x="2088" y="3123"/>
                  </a:cubicBezTo>
                  <a:cubicBezTo>
                    <a:pt x="2088" y="3319"/>
                    <a:pt x="1927" y="3479"/>
                    <a:pt x="1749" y="3479"/>
                  </a:cubicBezTo>
                  <a:cubicBezTo>
                    <a:pt x="1553" y="3479"/>
                    <a:pt x="1392" y="3319"/>
                    <a:pt x="1392" y="3123"/>
                  </a:cubicBezTo>
                  <a:cubicBezTo>
                    <a:pt x="1392" y="2926"/>
                    <a:pt x="1553" y="2784"/>
                    <a:pt x="1749" y="2784"/>
                  </a:cubicBezTo>
                  <a:close/>
                  <a:moveTo>
                    <a:pt x="3141" y="2784"/>
                  </a:moveTo>
                  <a:cubicBezTo>
                    <a:pt x="3337" y="2784"/>
                    <a:pt x="3480" y="2926"/>
                    <a:pt x="3480" y="3123"/>
                  </a:cubicBezTo>
                  <a:cubicBezTo>
                    <a:pt x="3480" y="3319"/>
                    <a:pt x="3337" y="3479"/>
                    <a:pt x="3141" y="3479"/>
                  </a:cubicBezTo>
                  <a:cubicBezTo>
                    <a:pt x="2945" y="3479"/>
                    <a:pt x="2784" y="3319"/>
                    <a:pt x="2784" y="3123"/>
                  </a:cubicBezTo>
                  <a:cubicBezTo>
                    <a:pt x="2784" y="2926"/>
                    <a:pt x="2945" y="2784"/>
                    <a:pt x="3141" y="2784"/>
                  </a:cubicBezTo>
                  <a:close/>
                  <a:moveTo>
                    <a:pt x="2445" y="3908"/>
                  </a:moveTo>
                  <a:cubicBezTo>
                    <a:pt x="2534" y="3997"/>
                    <a:pt x="2659" y="4068"/>
                    <a:pt x="2784" y="4104"/>
                  </a:cubicBezTo>
                  <a:lnTo>
                    <a:pt x="2784" y="4871"/>
                  </a:lnTo>
                  <a:lnTo>
                    <a:pt x="2088" y="4871"/>
                  </a:lnTo>
                  <a:lnTo>
                    <a:pt x="2088" y="4104"/>
                  </a:lnTo>
                  <a:cubicBezTo>
                    <a:pt x="2213" y="4068"/>
                    <a:pt x="2338" y="3997"/>
                    <a:pt x="2445" y="3908"/>
                  </a:cubicBezTo>
                  <a:close/>
                  <a:moveTo>
                    <a:pt x="3551" y="1392"/>
                  </a:moveTo>
                  <a:cubicBezTo>
                    <a:pt x="3658" y="1677"/>
                    <a:pt x="3890" y="1909"/>
                    <a:pt x="4176" y="2016"/>
                  </a:cubicBezTo>
                  <a:lnTo>
                    <a:pt x="4176" y="4871"/>
                  </a:lnTo>
                  <a:lnTo>
                    <a:pt x="3480" y="4871"/>
                  </a:lnTo>
                  <a:lnTo>
                    <a:pt x="3480" y="4104"/>
                  </a:lnTo>
                  <a:cubicBezTo>
                    <a:pt x="3890" y="3961"/>
                    <a:pt x="4176" y="3587"/>
                    <a:pt x="4176" y="3123"/>
                  </a:cubicBezTo>
                  <a:cubicBezTo>
                    <a:pt x="4176" y="2552"/>
                    <a:pt x="3712" y="2088"/>
                    <a:pt x="3141" y="2088"/>
                  </a:cubicBezTo>
                  <a:cubicBezTo>
                    <a:pt x="2873" y="2088"/>
                    <a:pt x="2623" y="2177"/>
                    <a:pt x="2445" y="2355"/>
                  </a:cubicBezTo>
                  <a:cubicBezTo>
                    <a:pt x="2249" y="2177"/>
                    <a:pt x="2017" y="2088"/>
                    <a:pt x="1749" y="2088"/>
                  </a:cubicBezTo>
                  <a:cubicBezTo>
                    <a:pt x="1160" y="2088"/>
                    <a:pt x="696" y="2552"/>
                    <a:pt x="696" y="3123"/>
                  </a:cubicBezTo>
                  <a:cubicBezTo>
                    <a:pt x="696" y="3587"/>
                    <a:pt x="982" y="3961"/>
                    <a:pt x="1392" y="4104"/>
                  </a:cubicBezTo>
                  <a:lnTo>
                    <a:pt x="1392" y="4871"/>
                  </a:lnTo>
                  <a:lnTo>
                    <a:pt x="696" y="4871"/>
                  </a:lnTo>
                  <a:lnTo>
                    <a:pt x="696" y="3123"/>
                  </a:lnTo>
                  <a:lnTo>
                    <a:pt x="696" y="1731"/>
                  </a:lnTo>
                  <a:cubicBezTo>
                    <a:pt x="696" y="1535"/>
                    <a:pt x="857" y="1392"/>
                    <a:pt x="1053" y="1392"/>
                  </a:cubicBezTo>
                  <a:close/>
                  <a:moveTo>
                    <a:pt x="5478" y="1481"/>
                  </a:moveTo>
                  <a:cubicBezTo>
                    <a:pt x="5532" y="1552"/>
                    <a:pt x="5567" y="1642"/>
                    <a:pt x="5567" y="1731"/>
                  </a:cubicBezTo>
                  <a:lnTo>
                    <a:pt x="5567" y="4871"/>
                  </a:lnTo>
                  <a:lnTo>
                    <a:pt x="4872" y="4871"/>
                  </a:lnTo>
                  <a:lnTo>
                    <a:pt x="4872" y="2016"/>
                  </a:lnTo>
                  <a:cubicBezTo>
                    <a:pt x="5139" y="1927"/>
                    <a:pt x="5353" y="1731"/>
                    <a:pt x="5478" y="1481"/>
                  </a:cubicBezTo>
                  <a:close/>
                  <a:moveTo>
                    <a:pt x="5567" y="5567"/>
                  </a:moveTo>
                  <a:lnTo>
                    <a:pt x="5567" y="9385"/>
                  </a:lnTo>
                  <a:cubicBezTo>
                    <a:pt x="5567" y="9582"/>
                    <a:pt x="5425" y="9742"/>
                    <a:pt x="5228" y="9742"/>
                  </a:cubicBezTo>
                  <a:lnTo>
                    <a:pt x="1053" y="9742"/>
                  </a:lnTo>
                  <a:cubicBezTo>
                    <a:pt x="857" y="9742"/>
                    <a:pt x="696" y="9582"/>
                    <a:pt x="696" y="9385"/>
                  </a:cubicBezTo>
                  <a:lnTo>
                    <a:pt x="696" y="5567"/>
                  </a:lnTo>
                  <a:close/>
                  <a:moveTo>
                    <a:pt x="4533" y="0"/>
                  </a:moveTo>
                  <a:cubicBezTo>
                    <a:pt x="4069" y="0"/>
                    <a:pt x="3694" y="286"/>
                    <a:pt x="3551" y="696"/>
                  </a:cubicBezTo>
                  <a:lnTo>
                    <a:pt x="1053" y="696"/>
                  </a:lnTo>
                  <a:cubicBezTo>
                    <a:pt x="464" y="696"/>
                    <a:pt x="0" y="1160"/>
                    <a:pt x="0" y="1731"/>
                  </a:cubicBezTo>
                  <a:lnTo>
                    <a:pt x="0" y="9385"/>
                  </a:lnTo>
                  <a:cubicBezTo>
                    <a:pt x="0" y="9974"/>
                    <a:pt x="464" y="10438"/>
                    <a:pt x="1053" y="10438"/>
                  </a:cubicBezTo>
                  <a:lnTo>
                    <a:pt x="5228" y="10438"/>
                  </a:lnTo>
                  <a:cubicBezTo>
                    <a:pt x="5799" y="10438"/>
                    <a:pt x="6263" y="9974"/>
                    <a:pt x="6263" y="9385"/>
                  </a:cubicBezTo>
                  <a:lnTo>
                    <a:pt x="6263" y="1731"/>
                  </a:lnTo>
                  <a:cubicBezTo>
                    <a:pt x="6263" y="1267"/>
                    <a:pt x="5960" y="857"/>
                    <a:pt x="5532" y="732"/>
                  </a:cubicBezTo>
                  <a:cubicBezTo>
                    <a:pt x="5389" y="303"/>
                    <a:pt x="4996" y="0"/>
                    <a:pt x="453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919" name="Google Shape;1919;p69"/>
            <p:cNvSpPr/>
            <p:nvPr/>
          </p:nvSpPr>
          <p:spPr>
            <a:xfrm>
              <a:off x="1806925" y="3219800"/>
              <a:ext cx="101725" cy="261100"/>
            </a:xfrm>
            <a:custGeom>
              <a:avLst/>
              <a:gdLst/>
              <a:ahLst/>
              <a:cxnLst/>
              <a:rect l="l" t="t" r="r" b="b"/>
              <a:pathLst>
                <a:path w="4069" h="10444" extrusionOk="0">
                  <a:moveTo>
                    <a:pt x="2035" y="1218"/>
                  </a:moveTo>
                  <a:lnTo>
                    <a:pt x="2998" y="3413"/>
                  </a:lnTo>
                  <a:cubicBezTo>
                    <a:pt x="3087" y="3645"/>
                    <a:pt x="3105" y="3913"/>
                    <a:pt x="3016" y="4180"/>
                  </a:cubicBezTo>
                  <a:cubicBezTo>
                    <a:pt x="2873" y="3770"/>
                    <a:pt x="2481" y="3484"/>
                    <a:pt x="2035" y="3484"/>
                  </a:cubicBezTo>
                  <a:cubicBezTo>
                    <a:pt x="1571" y="3484"/>
                    <a:pt x="1196" y="3770"/>
                    <a:pt x="1053" y="4180"/>
                  </a:cubicBezTo>
                  <a:cubicBezTo>
                    <a:pt x="964" y="3931"/>
                    <a:pt x="964" y="3663"/>
                    <a:pt x="1071" y="3413"/>
                  </a:cubicBezTo>
                  <a:lnTo>
                    <a:pt x="2035" y="1218"/>
                  </a:lnTo>
                  <a:close/>
                  <a:moveTo>
                    <a:pt x="2035" y="4180"/>
                  </a:moveTo>
                  <a:cubicBezTo>
                    <a:pt x="2231" y="4180"/>
                    <a:pt x="2374" y="4323"/>
                    <a:pt x="2374" y="4519"/>
                  </a:cubicBezTo>
                  <a:cubicBezTo>
                    <a:pt x="2374" y="4716"/>
                    <a:pt x="2231" y="4876"/>
                    <a:pt x="2035" y="4876"/>
                  </a:cubicBezTo>
                  <a:cubicBezTo>
                    <a:pt x="1838" y="4876"/>
                    <a:pt x="1678" y="4716"/>
                    <a:pt x="1678" y="4519"/>
                  </a:cubicBezTo>
                  <a:cubicBezTo>
                    <a:pt x="1678" y="4323"/>
                    <a:pt x="1838" y="4180"/>
                    <a:pt x="2035" y="4180"/>
                  </a:cubicBezTo>
                  <a:close/>
                  <a:moveTo>
                    <a:pt x="2035" y="1"/>
                  </a:moveTo>
                  <a:cubicBezTo>
                    <a:pt x="1905" y="1"/>
                    <a:pt x="1776" y="68"/>
                    <a:pt x="1713" y="201"/>
                  </a:cubicBezTo>
                  <a:lnTo>
                    <a:pt x="429" y="3128"/>
                  </a:lnTo>
                  <a:cubicBezTo>
                    <a:pt x="1" y="4145"/>
                    <a:pt x="607" y="5304"/>
                    <a:pt x="1678" y="5536"/>
                  </a:cubicBezTo>
                  <a:lnTo>
                    <a:pt x="1678" y="10086"/>
                  </a:lnTo>
                  <a:cubicBezTo>
                    <a:pt x="1678" y="10282"/>
                    <a:pt x="1838" y="10443"/>
                    <a:pt x="2035" y="10443"/>
                  </a:cubicBezTo>
                  <a:cubicBezTo>
                    <a:pt x="2231" y="10443"/>
                    <a:pt x="2374" y="10282"/>
                    <a:pt x="2374" y="10086"/>
                  </a:cubicBezTo>
                  <a:lnTo>
                    <a:pt x="2374" y="5536"/>
                  </a:lnTo>
                  <a:cubicBezTo>
                    <a:pt x="3462" y="5304"/>
                    <a:pt x="4069" y="4145"/>
                    <a:pt x="3623" y="3128"/>
                  </a:cubicBezTo>
                  <a:lnTo>
                    <a:pt x="2356" y="201"/>
                  </a:lnTo>
                  <a:cubicBezTo>
                    <a:pt x="2293" y="68"/>
                    <a:pt x="2164" y="1"/>
                    <a:pt x="20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  <p:grpSp>
        <p:nvGrpSpPr>
          <p:cNvPr id="70" name="Google Shape;1911;p69">
            <a:extLst>
              <a:ext uri="{FF2B5EF4-FFF2-40B4-BE49-F238E27FC236}">
                <a16:creationId xmlns:a16="http://schemas.microsoft.com/office/drawing/2014/main" id="{A2AFC7D1-F84F-426E-81A8-3B2B95E19321}"/>
              </a:ext>
            </a:extLst>
          </p:cNvPr>
          <p:cNvGrpSpPr/>
          <p:nvPr/>
        </p:nvGrpSpPr>
        <p:grpSpPr>
          <a:xfrm>
            <a:off x="1934384" y="3177116"/>
            <a:ext cx="584795" cy="507654"/>
            <a:chOff x="2212400" y="4089300"/>
            <a:chExt cx="267225" cy="231975"/>
          </a:xfrm>
        </p:grpSpPr>
        <p:sp>
          <p:nvSpPr>
            <p:cNvPr id="71" name="Google Shape;1912;p69">
              <a:extLst>
                <a:ext uri="{FF2B5EF4-FFF2-40B4-BE49-F238E27FC236}">
                  <a16:creationId xmlns:a16="http://schemas.microsoft.com/office/drawing/2014/main" id="{68E8B295-A0D4-4A37-B199-D3481702DFC6}"/>
                </a:ext>
              </a:extLst>
            </p:cNvPr>
            <p:cNvSpPr/>
            <p:nvPr/>
          </p:nvSpPr>
          <p:spPr>
            <a:xfrm>
              <a:off x="2264600" y="4269050"/>
              <a:ext cx="17850" cy="17875"/>
            </a:xfrm>
            <a:custGeom>
              <a:avLst/>
              <a:gdLst/>
              <a:ahLst/>
              <a:cxnLst/>
              <a:rect l="l" t="t" r="r" b="b"/>
              <a:pathLst>
                <a:path w="714" h="715" extrusionOk="0">
                  <a:moveTo>
                    <a:pt x="357" y="1"/>
                  </a:moveTo>
                  <a:cubicBezTo>
                    <a:pt x="161" y="1"/>
                    <a:pt x="0" y="162"/>
                    <a:pt x="0" y="358"/>
                  </a:cubicBezTo>
                  <a:cubicBezTo>
                    <a:pt x="0" y="554"/>
                    <a:pt x="161" y="715"/>
                    <a:pt x="357" y="715"/>
                  </a:cubicBezTo>
                  <a:cubicBezTo>
                    <a:pt x="553" y="715"/>
                    <a:pt x="714" y="554"/>
                    <a:pt x="714" y="358"/>
                  </a:cubicBezTo>
                  <a:cubicBezTo>
                    <a:pt x="714" y="162"/>
                    <a:pt x="553" y="1"/>
                    <a:pt x="35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72" name="Google Shape;1913;p69">
              <a:extLst>
                <a:ext uri="{FF2B5EF4-FFF2-40B4-BE49-F238E27FC236}">
                  <a16:creationId xmlns:a16="http://schemas.microsoft.com/office/drawing/2014/main" id="{9C77CB18-C880-4ED0-89C6-5763FDB5DAF8}"/>
                </a:ext>
              </a:extLst>
            </p:cNvPr>
            <p:cNvSpPr/>
            <p:nvPr/>
          </p:nvSpPr>
          <p:spPr>
            <a:xfrm>
              <a:off x="2409575" y="4269050"/>
              <a:ext cx="17850" cy="17875"/>
            </a:xfrm>
            <a:custGeom>
              <a:avLst/>
              <a:gdLst/>
              <a:ahLst/>
              <a:cxnLst/>
              <a:rect l="l" t="t" r="r" b="b"/>
              <a:pathLst>
                <a:path w="714" h="715" extrusionOk="0">
                  <a:moveTo>
                    <a:pt x="357" y="1"/>
                  </a:moveTo>
                  <a:cubicBezTo>
                    <a:pt x="161" y="1"/>
                    <a:pt x="0" y="162"/>
                    <a:pt x="0" y="358"/>
                  </a:cubicBezTo>
                  <a:cubicBezTo>
                    <a:pt x="0" y="554"/>
                    <a:pt x="161" y="715"/>
                    <a:pt x="357" y="715"/>
                  </a:cubicBezTo>
                  <a:cubicBezTo>
                    <a:pt x="553" y="715"/>
                    <a:pt x="714" y="554"/>
                    <a:pt x="714" y="358"/>
                  </a:cubicBezTo>
                  <a:cubicBezTo>
                    <a:pt x="714" y="162"/>
                    <a:pt x="553" y="1"/>
                    <a:pt x="35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73" name="Google Shape;1914;p69">
              <a:extLst>
                <a:ext uri="{FF2B5EF4-FFF2-40B4-BE49-F238E27FC236}">
                  <a16:creationId xmlns:a16="http://schemas.microsoft.com/office/drawing/2014/main" id="{C064CDBD-8F87-43BF-A9AD-91EA87E38134}"/>
                </a:ext>
              </a:extLst>
            </p:cNvPr>
            <p:cNvSpPr/>
            <p:nvPr/>
          </p:nvSpPr>
          <p:spPr>
            <a:xfrm>
              <a:off x="2212400" y="4089300"/>
              <a:ext cx="267225" cy="231975"/>
            </a:xfrm>
            <a:custGeom>
              <a:avLst/>
              <a:gdLst/>
              <a:ahLst/>
              <a:cxnLst/>
              <a:rect l="l" t="t" r="r" b="b"/>
              <a:pathLst>
                <a:path w="10689" h="9279" extrusionOk="0">
                  <a:moveTo>
                    <a:pt x="2445" y="696"/>
                  </a:moveTo>
                  <a:cubicBezTo>
                    <a:pt x="3016" y="696"/>
                    <a:pt x="3498" y="1160"/>
                    <a:pt x="3498" y="1749"/>
                  </a:cubicBezTo>
                  <a:lnTo>
                    <a:pt x="3498" y="2142"/>
                  </a:lnTo>
                  <a:cubicBezTo>
                    <a:pt x="2891" y="2284"/>
                    <a:pt x="2445" y="2837"/>
                    <a:pt x="2445" y="3480"/>
                  </a:cubicBezTo>
                  <a:cubicBezTo>
                    <a:pt x="2445" y="4122"/>
                    <a:pt x="2891" y="4675"/>
                    <a:pt x="3498" y="4836"/>
                  </a:cubicBezTo>
                  <a:lnTo>
                    <a:pt x="3498" y="5799"/>
                  </a:lnTo>
                  <a:lnTo>
                    <a:pt x="1749" y="5799"/>
                  </a:lnTo>
                  <a:cubicBezTo>
                    <a:pt x="1624" y="5799"/>
                    <a:pt x="1517" y="5817"/>
                    <a:pt x="1410" y="5835"/>
                  </a:cubicBezTo>
                  <a:lnTo>
                    <a:pt x="1410" y="1749"/>
                  </a:lnTo>
                  <a:cubicBezTo>
                    <a:pt x="1410" y="1160"/>
                    <a:pt x="1874" y="696"/>
                    <a:pt x="2445" y="696"/>
                  </a:cubicBezTo>
                  <a:close/>
                  <a:moveTo>
                    <a:pt x="9297" y="714"/>
                  </a:moveTo>
                  <a:lnTo>
                    <a:pt x="9297" y="5835"/>
                  </a:lnTo>
                  <a:cubicBezTo>
                    <a:pt x="9172" y="5817"/>
                    <a:pt x="9065" y="5799"/>
                    <a:pt x="8940" y="5799"/>
                  </a:cubicBezTo>
                  <a:lnTo>
                    <a:pt x="8601" y="5799"/>
                  </a:lnTo>
                  <a:lnTo>
                    <a:pt x="8601" y="3141"/>
                  </a:lnTo>
                  <a:cubicBezTo>
                    <a:pt x="8601" y="2944"/>
                    <a:pt x="8440" y="2784"/>
                    <a:pt x="8244" y="2784"/>
                  </a:cubicBezTo>
                  <a:cubicBezTo>
                    <a:pt x="8048" y="2784"/>
                    <a:pt x="7905" y="2944"/>
                    <a:pt x="7905" y="3141"/>
                  </a:cubicBezTo>
                  <a:lnTo>
                    <a:pt x="7905" y="5799"/>
                  </a:lnTo>
                  <a:lnTo>
                    <a:pt x="7209" y="5799"/>
                  </a:lnTo>
                  <a:lnTo>
                    <a:pt x="7209" y="3141"/>
                  </a:lnTo>
                  <a:cubicBezTo>
                    <a:pt x="7209" y="1910"/>
                    <a:pt x="8119" y="893"/>
                    <a:pt x="9297" y="714"/>
                  </a:cubicBezTo>
                  <a:close/>
                  <a:moveTo>
                    <a:pt x="8940" y="6495"/>
                  </a:moveTo>
                  <a:cubicBezTo>
                    <a:pt x="9529" y="6495"/>
                    <a:pt x="9992" y="6977"/>
                    <a:pt x="9992" y="7548"/>
                  </a:cubicBezTo>
                  <a:cubicBezTo>
                    <a:pt x="9992" y="8119"/>
                    <a:pt x="9529" y="8583"/>
                    <a:pt x="8940" y="8583"/>
                  </a:cubicBezTo>
                  <a:lnTo>
                    <a:pt x="1749" y="8583"/>
                  </a:lnTo>
                  <a:cubicBezTo>
                    <a:pt x="1178" y="8583"/>
                    <a:pt x="696" y="8119"/>
                    <a:pt x="696" y="7548"/>
                  </a:cubicBezTo>
                  <a:cubicBezTo>
                    <a:pt x="696" y="6977"/>
                    <a:pt x="1178" y="6495"/>
                    <a:pt x="1749" y="6495"/>
                  </a:cubicBezTo>
                  <a:close/>
                  <a:moveTo>
                    <a:pt x="2445" y="0"/>
                  </a:moveTo>
                  <a:cubicBezTo>
                    <a:pt x="1482" y="0"/>
                    <a:pt x="696" y="785"/>
                    <a:pt x="696" y="1749"/>
                  </a:cubicBezTo>
                  <a:lnTo>
                    <a:pt x="696" y="6156"/>
                  </a:lnTo>
                  <a:cubicBezTo>
                    <a:pt x="286" y="6477"/>
                    <a:pt x="1" y="6977"/>
                    <a:pt x="1" y="7548"/>
                  </a:cubicBezTo>
                  <a:cubicBezTo>
                    <a:pt x="1" y="8511"/>
                    <a:pt x="786" y="9279"/>
                    <a:pt x="1749" y="9279"/>
                  </a:cubicBezTo>
                  <a:lnTo>
                    <a:pt x="8940" y="9279"/>
                  </a:lnTo>
                  <a:cubicBezTo>
                    <a:pt x="9903" y="9279"/>
                    <a:pt x="10688" y="8511"/>
                    <a:pt x="10688" y="7548"/>
                  </a:cubicBezTo>
                  <a:cubicBezTo>
                    <a:pt x="10688" y="6977"/>
                    <a:pt x="10403" y="6477"/>
                    <a:pt x="9992" y="6156"/>
                  </a:cubicBezTo>
                  <a:lnTo>
                    <a:pt x="9992" y="357"/>
                  </a:lnTo>
                  <a:cubicBezTo>
                    <a:pt x="9992" y="161"/>
                    <a:pt x="9832" y="0"/>
                    <a:pt x="9636" y="0"/>
                  </a:cubicBezTo>
                  <a:cubicBezTo>
                    <a:pt x="7905" y="0"/>
                    <a:pt x="6513" y="1410"/>
                    <a:pt x="6513" y="3141"/>
                  </a:cubicBezTo>
                  <a:lnTo>
                    <a:pt x="6513" y="5799"/>
                  </a:lnTo>
                  <a:lnTo>
                    <a:pt x="4194" y="5799"/>
                  </a:lnTo>
                  <a:lnTo>
                    <a:pt x="4194" y="4532"/>
                  </a:lnTo>
                  <a:cubicBezTo>
                    <a:pt x="4194" y="4336"/>
                    <a:pt x="4033" y="4176"/>
                    <a:pt x="3837" y="4176"/>
                  </a:cubicBezTo>
                  <a:cubicBezTo>
                    <a:pt x="3462" y="4176"/>
                    <a:pt x="3141" y="3872"/>
                    <a:pt x="3141" y="3480"/>
                  </a:cubicBezTo>
                  <a:cubicBezTo>
                    <a:pt x="3141" y="3105"/>
                    <a:pt x="3462" y="2784"/>
                    <a:pt x="3837" y="2784"/>
                  </a:cubicBezTo>
                  <a:cubicBezTo>
                    <a:pt x="4033" y="2784"/>
                    <a:pt x="4194" y="2623"/>
                    <a:pt x="4194" y="2445"/>
                  </a:cubicBezTo>
                  <a:lnTo>
                    <a:pt x="4194" y="1749"/>
                  </a:lnTo>
                  <a:cubicBezTo>
                    <a:pt x="4194" y="785"/>
                    <a:pt x="3409" y="0"/>
                    <a:pt x="24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4"/>
                </a:solidFill>
              </a:endParaRPr>
            </a:p>
          </p:txBody>
        </p:sp>
        <p:sp>
          <p:nvSpPr>
            <p:cNvPr id="74" name="Google Shape;1915;p69">
              <a:extLst>
                <a:ext uri="{FF2B5EF4-FFF2-40B4-BE49-F238E27FC236}">
                  <a16:creationId xmlns:a16="http://schemas.microsoft.com/office/drawing/2014/main" id="{80B71ED9-8B27-417A-A1B6-EF37D29F5DCD}"/>
                </a:ext>
              </a:extLst>
            </p:cNvPr>
            <p:cNvSpPr/>
            <p:nvPr/>
          </p:nvSpPr>
          <p:spPr>
            <a:xfrm>
              <a:off x="2299825" y="4269050"/>
              <a:ext cx="92800" cy="17425"/>
            </a:xfrm>
            <a:custGeom>
              <a:avLst/>
              <a:gdLst/>
              <a:ahLst/>
              <a:cxnLst/>
              <a:rect l="l" t="t" r="r" b="b"/>
              <a:pathLst>
                <a:path w="3712" h="697" extrusionOk="0">
                  <a:moveTo>
                    <a:pt x="340" y="1"/>
                  </a:moveTo>
                  <a:cubicBezTo>
                    <a:pt x="143" y="1"/>
                    <a:pt x="1" y="162"/>
                    <a:pt x="1" y="358"/>
                  </a:cubicBezTo>
                  <a:cubicBezTo>
                    <a:pt x="1" y="554"/>
                    <a:pt x="143" y="697"/>
                    <a:pt x="340" y="697"/>
                  </a:cubicBezTo>
                  <a:lnTo>
                    <a:pt x="3355" y="697"/>
                  </a:lnTo>
                  <a:cubicBezTo>
                    <a:pt x="3551" y="697"/>
                    <a:pt x="3712" y="554"/>
                    <a:pt x="3712" y="358"/>
                  </a:cubicBezTo>
                  <a:cubicBezTo>
                    <a:pt x="3712" y="162"/>
                    <a:pt x="3551" y="1"/>
                    <a:pt x="335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  <p:sp>
        <p:nvSpPr>
          <p:cNvPr id="75" name="Google Shape;1910;p69">
            <a:extLst>
              <a:ext uri="{FF2B5EF4-FFF2-40B4-BE49-F238E27FC236}">
                <a16:creationId xmlns:a16="http://schemas.microsoft.com/office/drawing/2014/main" id="{269B8276-1874-4CC2-BC2C-79072BBE0B38}"/>
              </a:ext>
            </a:extLst>
          </p:cNvPr>
          <p:cNvSpPr/>
          <p:nvPr/>
        </p:nvSpPr>
        <p:spPr>
          <a:xfrm>
            <a:off x="4170734" y="3109604"/>
            <a:ext cx="600388" cy="575166"/>
          </a:xfrm>
          <a:custGeom>
            <a:avLst/>
            <a:gdLst/>
            <a:ahLst/>
            <a:cxnLst/>
            <a:rect l="l" t="t" r="r" b="b"/>
            <a:pathLst>
              <a:path w="10974" h="10513" extrusionOk="0">
                <a:moveTo>
                  <a:pt x="10082" y="1029"/>
                </a:moveTo>
                <a:cubicBezTo>
                  <a:pt x="10135" y="1618"/>
                  <a:pt x="9957" y="2153"/>
                  <a:pt x="9546" y="2563"/>
                </a:cubicBezTo>
                <a:lnTo>
                  <a:pt x="6067" y="6025"/>
                </a:lnTo>
                <a:lnTo>
                  <a:pt x="5585" y="5525"/>
                </a:lnTo>
                <a:lnTo>
                  <a:pt x="8065" y="3045"/>
                </a:lnTo>
                <a:cubicBezTo>
                  <a:pt x="8190" y="2920"/>
                  <a:pt x="8190" y="2688"/>
                  <a:pt x="8065" y="2563"/>
                </a:cubicBezTo>
                <a:cubicBezTo>
                  <a:pt x="7994" y="2492"/>
                  <a:pt x="7905" y="2456"/>
                  <a:pt x="7816" y="2456"/>
                </a:cubicBezTo>
                <a:cubicBezTo>
                  <a:pt x="7726" y="2456"/>
                  <a:pt x="7637" y="2492"/>
                  <a:pt x="7566" y="2563"/>
                </a:cubicBezTo>
                <a:lnTo>
                  <a:pt x="5086" y="5043"/>
                </a:lnTo>
                <a:lnTo>
                  <a:pt x="4604" y="4544"/>
                </a:lnTo>
                <a:lnTo>
                  <a:pt x="7637" y="1511"/>
                </a:lnTo>
                <a:cubicBezTo>
                  <a:pt x="7712" y="1423"/>
                  <a:pt x="7813" y="1379"/>
                  <a:pt x="7910" y="1379"/>
                </a:cubicBezTo>
                <a:cubicBezTo>
                  <a:pt x="7952" y="1379"/>
                  <a:pt x="7992" y="1387"/>
                  <a:pt x="8030" y="1403"/>
                </a:cubicBezTo>
                <a:cubicBezTo>
                  <a:pt x="8303" y="1550"/>
                  <a:pt x="8565" y="1621"/>
                  <a:pt x="8823" y="1621"/>
                </a:cubicBezTo>
                <a:cubicBezTo>
                  <a:pt x="9036" y="1621"/>
                  <a:pt x="9247" y="1572"/>
                  <a:pt x="9457" y="1475"/>
                </a:cubicBezTo>
                <a:cubicBezTo>
                  <a:pt x="9671" y="1368"/>
                  <a:pt x="9885" y="1207"/>
                  <a:pt x="10082" y="1029"/>
                </a:cubicBezTo>
                <a:close/>
                <a:moveTo>
                  <a:pt x="3614" y="4687"/>
                </a:moveTo>
                <a:cubicBezTo>
                  <a:pt x="3703" y="4687"/>
                  <a:pt x="3792" y="4722"/>
                  <a:pt x="3855" y="4794"/>
                </a:cubicBezTo>
                <a:lnTo>
                  <a:pt x="5835" y="6756"/>
                </a:lnTo>
                <a:cubicBezTo>
                  <a:pt x="5960" y="6899"/>
                  <a:pt x="5960" y="7113"/>
                  <a:pt x="5835" y="7256"/>
                </a:cubicBezTo>
                <a:cubicBezTo>
                  <a:pt x="5764" y="7327"/>
                  <a:pt x="5675" y="7363"/>
                  <a:pt x="5585" y="7363"/>
                </a:cubicBezTo>
                <a:cubicBezTo>
                  <a:pt x="5496" y="7363"/>
                  <a:pt x="5407" y="7327"/>
                  <a:pt x="5336" y="7256"/>
                </a:cubicBezTo>
                <a:lnTo>
                  <a:pt x="3373" y="5293"/>
                </a:lnTo>
                <a:cubicBezTo>
                  <a:pt x="3230" y="5150"/>
                  <a:pt x="3230" y="4936"/>
                  <a:pt x="3373" y="4794"/>
                </a:cubicBezTo>
                <a:cubicBezTo>
                  <a:pt x="3435" y="4722"/>
                  <a:pt x="3524" y="4687"/>
                  <a:pt x="3614" y="4687"/>
                </a:cubicBezTo>
                <a:close/>
                <a:moveTo>
                  <a:pt x="3123" y="6025"/>
                </a:moveTo>
                <a:lnTo>
                  <a:pt x="4604" y="7506"/>
                </a:lnTo>
                <a:lnTo>
                  <a:pt x="4104" y="7987"/>
                </a:lnTo>
                <a:lnTo>
                  <a:pt x="3248" y="7131"/>
                </a:lnTo>
                <a:cubicBezTo>
                  <a:pt x="3177" y="7060"/>
                  <a:pt x="3087" y="7024"/>
                  <a:pt x="2998" y="7024"/>
                </a:cubicBezTo>
                <a:cubicBezTo>
                  <a:pt x="2909" y="7024"/>
                  <a:pt x="2820" y="7060"/>
                  <a:pt x="2748" y="7131"/>
                </a:cubicBezTo>
                <a:cubicBezTo>
                  <a:pt x="2606" y="7274"/>
                  <a:pt x="2606" y="7488"/>
                  <a:pt x="2748" y="7631"/>
                </a:cubicBezTo>
                <a:lnTo>
                  <a:pt x="3605" y="8487"/>
                </a:lnTo>
                <a:lnTo>
                  <a:pt x="3123" y="8987"/>
                </a:lnTo>
                <a:lnTo>
                  <a:pt x="2249" y="8112"/>
                </a:lnTo>
                <a:cubicBezTo>
                  <a:pt x="2186" y="8050"/>
                  <a:pt x="2097" y="8019"/>
                  <a:pt x="2008" y="8019"/>
                </a:cubicBezTo>
                <a:cubicBezTo>
                  <a:pt x="1919" y="8019"/>
                  <a:pt x="1829" y="8050"/>
                  <a:pt x="1767" y="8112"/>
                </a:cubicBezTo>
                <a:cubicBezTo>
                  <a:pt x="1624" y="8255"/>
                  <a:pt x="1624" y="8469"/>
                  <a:pt x="1767" y="8612"/>
                </a:cubicBezTo>
                <a:lnTo>
                  <a:pt x="2623" y="9468"/>
                </a:lnTo>
                <a:lnTo>
                  <a:pt x="2374" y="9718"/>
                </a:lnTo>
                <a:cubicBezTo>
                  <a:pt x="2311" y="9790"/>
                  <a:pt x="2222" y="9825"/>
                  <a:pt x="2133" y="9825"/>
                </a:cubicBezTo>
                <a:cubicBezTo>
                  <a:pt x="2044" y="9825"/>
                  <a:pt x="1954" y="9790"/>
                  <a:pt x="1892" y="9718"/>
                </a:cubicBezTo>
                <a:lnTo>
                  <a:pt x="911" y="8737"/>
                </a:lnTo>
                <a:cubicBezTo>
                  <a:pt x="768" y="8594"/>
                  <a:pt x="768" y="8380"/>
                  <a:pt x="911" y="8237"/>
                </a:cubicBezTo>
                <a:lnTo>
                  <a:pt x="3123" y="6025"/>
                </a:lnTo>
                <a:close/>
                <a:moveTo>
                  <a:pt x="10275" y="1"/>
                </a:moveTo>
                <a:cubicBezTo>
                  <a:pt x="10186" y="1"/>
                  <a:pt x="10097" y="33"/>
                  <a:pt x="10028" y="101"/>
                </a:cubicBezTo>
                <a:lnTo>
                  <a:pt x="9975" y="155"/>
                </a:lnTo>
                <a:cubicBezTo>
                  <a:pt x="9491" y="638"/>
                  <a:pt x="9189" y="922"/>
                  <a:pt x="8822" y="922"/>
                </a:cubicBezTo>
                <a:cubicBezTo>
                  <a:pt x="8675" y="922"/>
                  <a:pt x="8517" y="876"/>
                  <a:pt x="8333" y="779"/>
                </a:cubicBezTo>
                <a:cubicBezTo>
                  <a:pt x="8205" y="718"/>
                  <a:pt x="8065" y="688"/>
                  <a:pt x="7923" y="688"/>
                </a:cubicBezTo>
                <a:cubicBezTo>
                  <a:pt x="7648" y="688"/>
                  <a:pt x="7367" y="799"/>
                  <a:pt x="7155" y="1011"/>
                </a:cubicBezTo>
                <a:lnTo>
                  <a:pt x="4069" y="4098"/>
                </a:lnTo>
                <a:cubicBezTo>
                  <a:pt x="3922" y="4031"/>
                  <a:pt x="3763" y="3997"/>
                  <a:pt x="3604" y="3997"/>
                </a:cubicBezTo>
                <a:cubicBezTo>
                  <a:pt x="3338" y="3997"/>
                  <a:pt x="3074" y="4093"/>
                  <a:pt x="2873" y="4294"/>
                </a:cubicBezTo>
                <a:cubicBezTo>
                  <a:pt x="2552" y="4633"/>
                  <a:pt x="2481" y="5115"/>
                  <a:pt x="2677" y="5489"/>
                </a:cubicBezTo>
                <a:lnTo>
                  <a:pt x="411" y="7755"/>
                </a:lnTo>
                <a:cubicBezTo>
                  <a:pt x="1" y="8148"/>
                  <a:pt x="1" y="8826"/>
                  <a:pt x="411" y="9219"/>
                </a:cubicBezTo>
                <a:lnTo>
                  <a:pt x="1392" y="10218"/>
                </a:lnTo>
                <a:cubicBezTo>
                  <a:pt x="1597" y="10414"/>
                  <a:pt x="1865" y="10512"/>
                  <a:pt x="2133" y="10512"/>
                </a:cubicBezTo>
                <a:cubicBezTo>
                  <a:pt x="2400" y="10512"/>
                  <a:pt x="2668" y="10414"/>
                  <a:pt x="2873" y="10218"/>
                </a:cubicBezTo>
                <a:lnTo>
                  <a:pt x="5139" y="7952"/>
                </a:lnTo>
                <a:cubicBezTo>
                  <a:pt x="5279" y="8018"/>
                  <a:pt x="5434" y="8053"/>
                  <a:pt x="5590" y="8053"/>
                </a:cubicBezTo>
                <a:cubicBezTo>
                  <a:pt x="5852" y="8053"/>
                  <a:pt x="6116" y="7957"/>
                  <a:pt x="6317" y="7755"/>
                </a:cubicBezTo>
                <a:cubicBezTo>
                  <a:pt x="6656" y="7416"/>
                  <a:pt x="6709" y="6935"/>
                  <a:pt x="6531" y="6560"/>
                </a:cubicBezTo>
                <a:lnTo>
                  <a:pt x="10028" y="3063"/>
                </a:lnTo>
                <a:cubicBezTo>
                  <a:pt x="10028" y="3063"/>
                  <a:pt x="10028" y="3063"/>
                  <a:pt x="10028" y="3045"/>
                </a:cubicBezTo>
                <a:cubicBezTo>
                  <a:pt x="10760" y="2313"/>
                  <a:pt x="10974" y="1314"/>
                  <a:pt x="10617" y="226"/>
                </a:cubicBezTo>
                <a:cubicBezTo>
                  <a:pt x="10562" y="83"/>
                  <a:pt x="10419" y="1"/>
                  <a:pt x="1027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76" name="Google Shape;1916;p69">
            <a:extLst>
              <a:ext uri="{FF2B5EF4-FFF2-40B4-BE49-F238E27FC236}">
                <a16:creationId xmlns:a16="http://schemas.microsoft.com/office/drawing/2014/main" id="{27150B01-A7DB-4601-A57B-9E21E34E3A5E}"/>
              </a:ext>
            </a:extLst>
          </p:cNvPr>
          <p:cNvGrpSpPr/>
          <p:nvPr/>
        </p:nvGrpSpPr>
        <p:grpSpPr>
          <a:xfrm>
            <a:off x="6422670" y="3113379"/>
            <a:ext cx="600388" cy="571391"/>
            <a:chOff x="1634300" y="3219800"/>
            <a:chExt cx="274350" cy="261100"/>
          </a:xfrm>
        </p:grpSpPr>
        <p:sp>
          <p:nvSpPr>
            <p:cNvPr id="77" name="Google Shape;1917;p69">
              <a:extLst>
                <a:ext uri="{FF2B5EF4-FFF2-40B4-BE49-F238E27FC236}">
                  <a16:creationId xmlns:a16="http://schemas.microsoft.com/office/drawing/2014/main" id="{FF152395-E4D7-489E-871F-31E044C0A749}"/>
                </a:ext>
              </a:extLst>
            </p:cNvPr>
            <p:cNvSpPr/>
            <p:nvPr/>
          </p:nvSpPr>
          <p:spPr>
            <a:xfrm>
              <a:off x="1680250" y="3375600"/>
              <a:ext cx="65150" cy="70500"/>
            </a:xfrm>
            <a:custGeom>
              <a:avLst/>
              <a:gdLst/>
              <a:ahLst/>
              <a:cxnLst/>
              <a:rect l="l" t="t" r="r" b="b"/>
              <a:pathLst>
                <a:path w="2606" h="2820" extrusionOk="0">
                  <a:moveTo>
                    <a:pt x="1303" y="1053"/>
                  </a:moveTo>
                  <a:lnTo>
                    <a:pt x="1606" y="1606"/>
                  </a:lnTo>
                  <a:cubicBezTo>
                    <a:pt x="1731" y="1838"/>
                    <a:pt x="1570" y="2123"/>
                    <a:pt x="1303" y="2123"/>
                  </a:cubicBezTo>
                  <a:cubicBezTo>
                    <a:pt x="1035" y="2123"/>
                    <a:pt x="857" y="1838"/>
                    <a:pt x="999" y="1606"/>
                  </a:cubicBezTo>
                  <a:lnTo>
                    <a:pt x="1303" y="1053"/>
                  </a:lnTo>
                  <a:close/>
                  <a:moveTo>
                    <a:pt x="1303" y="0"/>
                  </a:moveTo>
                  <a:cubicBezTo>
                    <a:pt x="1178" y="0"/>
                    <a:pt x="1053" y="72"/>
                    <a:pt x="999" y="179"/>
                  </a:cubicBezTo>
                  <a:lnTo>
                    <a:pt x="393" y="1267"/>
                  </a:lnTo>
                  <a:cubicBezTo>
                    <a:pt x="0" y="1945"/>
                    <a:pt x="500" y="2819"/>
                    <a:pt x="1303" y="2819"/>
                  </a:cubicBezTo>
                  <a:cubicBezTo>
                    <a:pt x="2088" y="2819"/>
                    <a:pt x="2605" y="1945"/>
                    <a:pt x="2213" y="1267"/>
                  </a:cubicBezTo>
                  <a:lnTo>
                    <a:pt x="1606" y="179"/>
                  </a:lnTo>
                  <a:cubicBezTo>
                    <a:pt x="1535" y="72"/>
                    <a:pt x="1428" y="0"/>
                    <a:pt x="13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78" name="Google Shape;1918;p69">
              <a:extLst>
                <a:ext uri="{FF2B5EF4-FFF2-40B4-BE49-F238E27FC236}">
                  <a16:creationId xmlns:a16="http://schemas.microsoft.com/office/drawing/2014/main" id="{CEF6006A-15A5-4A4E-8B1B-00D9849321B2}"/>
                </a:ext>
              </a:extLst>
            </p:cNvPr>
            <p:cNvSpPr/>
            <p:nvPr/>
          </p:nvSpPr>
          <p:spPr>
            <a:xfrm>
              <a:off x="1634300" y="3219925"/>
              <a:ext cx="156600" cy="260975"/>
            </a:xfrm>
            <a:custGeom>
              <a:avLst/>
              <a:gdLst/>
              <a:ahLst/>
              <a:cxnLst/>
              <a:rect l="l" t="t" r="r" b="b"/>
              <a:pathLst>
                <a:path w="6264" h="10439" extrusionOk="0">
                  <a:moveTo>
                    <a:pt x="4533" y="696"/>
                  </a:moveTo>
                  <a:cubicBezTo>
                    <a:pt x="4729" y="696"/>
                    <a:pt x="4872" y="839"/>
                    <a:pt x="4872" y="1035"/>
                  </a:cubicBezTo>
                  <a:cubicBezTo>
                    <a:pt x="4872" y="1231"/>
                    <a:pt x="4729" y="1392"/>
                    <a:pt x="4533" y="1392"/>
                  </a:cubicBezTo>
                  <a:cubicBezTo>
                    <a:pt x="4336" y="1392"/>
                    <a:pt x="4176" y="1231"/>
                    <a:pt x="4176" y="1035"/>
                  </a:cubicBezTo>
                  <a:cubicBezTo>
                    <a:pt x="4176" y="839"/>
                    <a:pt x="4336" y="696"/>
                    <a:pt x="4533" y="696"/>
                  </a:cubicBezTo>
                  <a:close/>
                  <a:moveTo>
                    <a:pt x="1749" y="2784"/>
                  </a:moveTo>
                  <a:cubicBezTo>
                    <a:pt x="1927" y="2784"/>
                    <a:pt x="2088" y="2926"/>
                    <a:pt x="2088" y="3123"/>
                  </a:cubicBezTo>
                  <a:cubicBezTo>
                    <a:pt x="2088" y="3319"/>
                    <a:pt x="1927" y="3479"/>
                    <a:pt x="1749" y="3479"/>
                  </a:cubicBezTo>
                  <a:cubicBezTo>
                    <a:pt x="1553" y="3479"/>
                    <a:pt x="1392" y="3319"/>
                    <a:pt x="1392" y="3123"/>
                  </a:cubicBezTo>
                  <a:cubicBezTo>
                    <a:pt x="1392" y="2926"/>
                    <a:pt x="1553" y="2784"/>
                    <a:pt x="1749" y="2784"/>
                  </a:cubicBezTo>
                  <a:close/>
                  <a:moveTo>
                    <a:pt x="3141" y="2784"/>
                  </a:moveTo>
                  <a:cubicBezTo>
                    <a:pt x="3337" y="2784"/>
                    <a:pt x="3480" y="2926"/>
                    <a:pt x="3480" y="3123"/>
                  </a:cubicBezTo>
                  <a:cubicBezTo>
                    <a:pt x="3480" y="3319"/>
                    <a:pt x="3337" y="3479"/>
                    <a:pt x="3141" y="3479"/>
                  </a:cubicBezTo>
                  <a:cubicBezTo>
                    <a:pt x="2945" y="3479"/>
                    <a:pt x="2784" y="3319"/>
                    <a:pt x="2784" y="3123"/>
                  </a:cubicBezTo>
                  <a:cubicBezTo>
                    <a:pt x="2784" y="2926"/>
                    <a:pt x="2945" y="2784"/>
                    <a:pt x="3141" y="2784"/>
                  </a:cubicBezTo>
                  <a:close/>
                  <a:moveTo>
                    <a:pt x="2445" y="3908"/>
                  </a:moveTo>
                  <a:cubicBezTo>
                    <a:pt x="2534" y="3997"/>
                    <a:pt x="2659" y="4068"/>
                    <a:pt x="2784" y="4104"/>
                  </a:cubicBezTo>
                  <a:lnTo>
                    <a:pt x="2784" y="4871"/>
                  </a:lnTo>
                  <a:lnTo>
                    <a:pt x="2088" y="4871"/>
                  </a:lnTo>
                  <a:lnTo>
                    <a:pt x="2088" y="4104"/>
                  </a:lnTo>
                  <a:cubicBezTo>
                    <a:pt x="2213" y="4068"/>
                    <a:pt x="2338" y="3997"/>
                    <a:pt x="2445" y="3908"/>
                  </a:cubicBezTo>
                  <a:close/>
                  <a:moveTo>
                    <a:pt x="3551" y="1392"/>
                  </a:moveTo>
                  <a:cubicBezTo>
                    <a:pt x="3658" y="1677"/>
                    <a:pt x="3890" y="1909"/>
                    <a:pt x="4176" y="2016"/>
                  </a:cubicBezTo>
                  <a:lnTo>
                    <a:pt x="4176" y="4871"/>
                  </a:lnTo>
                  <a:lnTo>
                    <a:pt x="3480" y="4871"/>
                  </a:lnTo>
                  <a:lnTo>
                    <a:pt x="3480" y="4104"/>
                  </a:lnTo>
                  <a:cubicBezTo>
                    <a:pt x="3890" y="3961"/>
                    <a:pt x="4176" y="3587"/>
                    <a:pt x="4176" y="3123"/>
                  </a:cubicBezTo>
                  <a:cubicBezTo>
                    <a:pt x="4176" y="2552"/>
                    <a:pt x="3712" y="2088"/>
                    <a:pt x="3141" y="2088"/>
                  </a:cubicBezTo>
                  <a:cubicBezTo>
                    <a:pt x="2873" y="2088"/>
                    <a:pt x="2623" y="2177"/>
                    <a:pt x="2445" y="2355"/>
                  </a:cubicBezTo>
                  <a:cubicBezTo>
                    <a:pt x="2249" y="2177"/>
                    <a:pt x="2017" y="2088"/>
                    <a:pt x="1749" y="2088"/>
                  </a:cubicBezTo>
                  <a:cubicBezTo>
                    <a:pt x="1160" y="2088"/>
                    <a:pt x="696" y="2552"/>
                    <a:pt x="696" y="3123"/>
                  </a:cubicBezTo>
                  <a:cubicBezTo>
                    <a:pt x="696" y="3587"/>
                    <a:pt x="982" y="3961"/>
                    <a:pt x="1392" y="4104"/>
                  </a:cubicBezTo>
                  <a:lnTo>
                    <a:pt x="1392" y="4871"/>
                  </a:lnTo>
                  <a:lnTo>
                    <a:pt x="696" y="4871"/>
                  </a:lnTo>
                  <a:lnTo>
                    <a:pt x="696" y="3123"/>
                  </a:lnTo>
                  <a:lnTo>
                    <a:pt x="696" y="1731"/>
                  </a:lnTo>
                  <a:cubicBezTo>
                    <a:pt x="696" y="1535"/>
                    <a:pt x="857" y="1392"/>
                    <a:pt x="1053" y="1392"/>
                  </a:cubicBezTo>
                  <a:close/>
                  <a:moveTo>
                    <a:pt x="5478" y="1481"/>
                  </a:moveTo>
                  <a:cubicBezTo>
                    <a:pt x="5532" y="1552"/>
                    <a:pt x="5567" y="1642"/>
                    <a:pt x="5567" y="1731"/>
                  </a:cubicBezTo>
                  <a:lnTo>
                    <a:pt x="5567" y="4871"/>
                  </a:lnTo>
                  <a:lnTo>
                    <a:pt x="4872" y="4871"/>
                  </a:lnTo>
                  <a:lnTo>
                    <a:pt x="4872" y="2016"/>
                  </a:lnTo>
                  <a:cubicBezTo>
                    <a:pt x="5139" y="1927"/>
                    <a:pt x="5353" y="1731"/>
                    <a:pt x="5478" y="1481"/>
                  </a:cubicBezTo>
                  <a:close/>
                  <a:moveTo>
                    <a:pt x="5567" y="5567"/>
                  </a:moveTo>
                  <a:lnTo>
                    <a:pt x="5567" y="9385"/>
                  </a:lnTo>
                  <a:cubicBezTo>
                    <a:pt x="5567" y="9582"/>
                    <a:pt x="5425" y="9742"/>
                    <a:pt x="5228" y="9742"/>
                  </a:cubicBezTo>
                  <a:lnTo>
                    <a:pt x="1053" y="9742"/>
                  </a:lnTo>
                  <a:cubicBezTo>
                    <a:pt x="857" y="9742"/>
                    <a:pt x="696" y="9582"/>
                    <a:pt x="696" y="9385"/>
                  </a:cubicBezTo>
                  <a:lnTo>
                    <a:pt x="696" y="5567"/>
                  </a:lnTo>
                  <a:close/>
                  <a:moveTo>
                    <a:pt x="4533" y="0"/>
                  </a:moveTo>
                  <a:cubicBezTo>
                    <a:pt x="4069" y="0"/>
                    <a:pt x="3694" y="286"/>
                    <a:pt x="3551" y="696"/>
                  </a:cubicBezTo>
                  <a:lnTo>
                    <a:pt x="1053" y="696"/>
                  </a:lnTo>
                  <a:cubicBezTo>
                    <a:pt x="464" y="696"/>
                    <a:pt x="0" y="1160"/>
                    <a:pt x="0" y="1731"/>
                  </a:cubicBezTo>
                  <a:lnTo>
                    <a:pt x="0" y="9385"/>
                  </a:lnTo>
                  <a:cubicBezTo>
                    <a:pt x="0" y="9974"/>
                    <a:pt x="464" y="10438"/>
                    <a:pt x="1053" y="10438"/>
                  </a:cubicBezTo>
                  <a:lnTo>
                    <a:pt x="5228" y="10438"/>
                  </a:lnTo>
                  <a:cubicBezTo>
                    <a:pt x="5799" y="10438"/>
                    <a:pt x="6263" y="9974"/>
                    <a:pt x="6263" y="9385"/>
                  </a:cubicBezTo>
                  <a:lnTo>
                    <a:pt x="6263" y="1731"/>
                  </a:lnTo>
                  <a:cubicBezTo>
                    <a:pt x="6263" y="1267"/>
                    <a:pt x="5960" y="857"/>
                    <a:pt x="5532" y="732"/>
                  </a:cubicBezTo>
                  <a:cubicBezTo>
                    <a:pt x="5389" y="303"/>
                    <a:pt x="4996" y="0"/>
                    <a:pt x="453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79" name="Google Shape;1919;p69">
              <a:extLst>
                <a:ext uri="{FF2B5EF4-FFF2-40B4-BE49-F238E27FC236}">
                  <a16:creationId xmlns:a16="http://schemas.microsoft.com/office/drawing/2014/main" id="{657A5448-41DC-4722-88B8-88EC089D89F5}"/>
                </a:ext>
              </a:extLst>
            </p:cNvPr>
            <p:cNvSpPr/>
            <p:nvPr/>
          </p:nvSpPr>
          <p:spPr>
            <a:xfrm>
              <a:off x="1806925" y="3219800"/>
              <a:ext cx="101725" cy="261100"/>
            </a:xfrm>
            <a:custGeom>
              <a:avLst/>
              <a:gdLst/>
              <a:ahLst/>
              <a:cxnLst/>
              <a:rect l="l" t="t" r="r" b="b"/>
              <a:pathLst>
                <a:path w="4069" h="10444" extrusionOk="0">
                  <a:moveTo>
                    <a:pt x="2035" y="1218"/>
                  </a:moveTo>
                  <a:lnTo>
                    <a:pt x="2998" y="3413"/>
                  </a:lnTo>
                  <a:cubicBezTo>
                    <a:pt x="3087" y="3645"/>
                    <a:pt x="3105" y="3913"/>
                    <a:pt x="3016" y="4180"/>
                  </a:cubicBezTo>
                  <a:cubicBezTo>
                    <a:pt x="2873" y="3770"/>
                    <a:pt x="2481" y="3484"/>
                    <a:pt x="2035" y="3484"/>
                  </a:cubicBezTo>
                  <a:cubicBezTo>
                    <a:pt x="1571" y="3484"/>
                    <a:pt x="1196" y="3770"/>
                    <a:pt x="1053" y="4180"/>
                  </a:cubicBezTo>
                  <a:cubicBezTo>
                    <a:pt x="964" y="3931"/>
                    <a:pt x="964" y="3663"/>
                    <a:pt x="1071" y="3413"/>
                  </a:cubicBezTo>
                  <a:lnTo>
                    <a:pt x="2035" y="1218"/>
                  </a:lnTo>
                  <a:close/>
                  <a:moveTo>
                    <a:pt x="2035" y="4180"/>
                  </a:moveTo>
                  <a:cubicBezTo>
                    <a:pt x="2231" y="4180"/>
                    <a:pt x="2374" y="4323"/>
                    <a:pt x="2374" y="4519"/>
                  </a:cubicBezTo>
                  <a:cubicBezTo>
                    <a:pt x="2374" y="4716"/>
                    <a:pt x="2231" y="4876"/>
                    <a:pt x="2035" y="4876"/>
                  </a:cubicBezTo>
                  <a:cubicBezTo>
                    <a:pt x="1838" y="4876"/>
                    <a:pt x="1678" y="4716"/>
                    <a:pt x="1678" y="4519"/>
                  </a:cubicBezTo>
                  <a:cubicBezTo>
                    <a:pt x="1678" y="4323"/>
                    <a:pt x="1838" y="4180"/>
                    <a:pt x="2035" y="4180"/>
                  </a:cubicBezTo>
                  <a:close/>
                  <a:moveTo>
                    <a:pt x="2035" y="1"/>
                  </a:moveTo>
                  <a:cubicBezTo>
                    <a:pt x="1905" y="1"/>
                    <a:pt x="1776" y="68"/>
                    <a:pt x="1713" y="201"/>
                  </a:cubicBezTo>
                  <a:lnTo>
                    <a:pt x="429" y="3128"/>
                  </a:lnTo>
                  <a:cubicBezTo>
                    <a:pt x="1" y="4145"/>
                    <a:pt x="607" y="5304"/>
                    <a:pt x="1678" y="5536"/>
                  </a:cubicBezTo>
                  <a:lnTo>
                    <a:pt x="1678" y="10086"/>
                  </a:lnTo>
                  <a:cubicBezTo>
                    <a:pt x="1678" y="10282"/>
                    <a:pt x="1838" y="10443"/>
                    <a:pt x="2035" y="10443"/>
                  </a:cubicBezTo>
                  <a:cubicBezTo>
                    <a:pt x="2231" y="10443"/>
                    <a:pt x="2374" y="10282"/>
                    <a:pt x="2374" y="10086"/>
                  </a:cubicBezTo>
                  <a:lnTo>
                    <a:pt x="2374" y="5536"/>
                  </a:lnTo>
                  <a:cubicBezTo>
                    <a:pt x="3462" y="5304"/>
                    <a:pt x="4069" y="4145"/>
                    <a:pt x="3623" y="3128"/>
                  </a:cubicBezTo>
                  <a:lnTo>
                    <a:pt x="2356" y="201"/>
                  </a:lnTo>
                  <a:cubicBezTo>
                    <a:pt x="2293" y="68"/>
                    <a:pt x="2164" y="1"/>
                    <a:pt x="20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  <p:sp>
        <p:nvSpPr>
          <p:cNvPr id="1904" name="Google Shape;1904;p69"/>
          <p:cNvSpPr txBox="1">
            <a:spLocks noGrp="1"/>
          </p:cNvSpPr>
          <p:nvPr>
            <p:ph type="subTitle" idx="2"/>
          </p:nvPr>
        </p:nvSpPr>
        <p:spPr>
          <a:xfrm>
            <a:off x="1187150" y="2387600"/>
            <a:ext cx="2281500" cy="5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09" name="Google Shape;1909;p69"/>
          <p:cNvSpPr txBox="1">
            <a:spLocks noGrp="1"/>
          </p:cNvSpPr>
          <p:nvPr>
            <p:ph type="subTitle" idx="6"/>
          </p:nvPr>
        </p:nvSpPr>
        <p:spPr>
          <a:xfrm>
            <a:off x="3431250" y="2387600"/>
            <a:ext cx="2281500" cy="5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07" name="Google Shape;1907;p69"/>
          <p:cNvSpPr txBox="1">
            <a:spLocks noGrp="1"/>
          </p:cNvSpPr>
          <p:nvPr>
            <p:ph type="subTitle" idx="4"/>
          </p:nvPr>
        </p:nvSpPr>
        <p:spPr>
          <a:xfrm>
            <a:off x="5675475" y="2387600"/>
            <a:ext cx="2281500" cy="5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0" name="Google Shape;1904;p69">
            <a:extLst>
              <a:ext uri="{FF2B5EF4-FFF2-40B4-BE49-F238E27FC236}">
                <a16:creationId xmlns:a16="http://schemas.microsoft.com/office/drawing/2014/main" id="{436AAC4D-22FF-480A-BCB3-CC60C5429BCC}"/>
              </a:ext>
            </a:extLst>
          </p:cNvPr>
          <p:cNvSpPr txBox="1">
            <a:spLocks/>
          </p:cNvSpPr>
          <p:nvPr/>
        </p:nvSpPr>
        <p:spPr>
          <a:xfrm>
            <a:off x="1113881" y="3863594"/>
            <a:ext cx="228150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 i="0" u="none" strike="noStrike" cap="none">
                <a:solidFill>
                  <a:schemeClr val="accent6"/>
                </a:solidFill>
                <a:highlight>
                  <a:schemeClr val="dk1"/>
                </a:highlight>
                <a:latin typeface="Special Elite"/>
                <a:ea typeface="Special Elite"/>
                <a:cs typeface="Special Elite"/>
                <a:sym typeface="Special Elit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endParaRPr lang="en-US" dirty="0"/>
          </a:p>
        </p:txBody>
      </p:sp>
      <p:sp>
        <p:nvSpPr>
          <p:cNvPr id="81" name="Google Shape;1909;p69">
            <a:extLst>
              <a:ext uri="{FF2B5EF4-FFF2-40B4-BE49-F238E27FC236}">
                <a16:creationId xmlns:a16="http://schemas.microsoft.com/office/drawing/2014/main" id="{2757D1C4-7F80-4EB4-863D-71E05AA540E8}"/>
              </a:ext>
            </a:extLst>
          </p:cNvPr>
          <p:cNvSpPr txBox="1">
            <a:spLocks/>
          </p:cNvSpPr>
          <p:nvPr/>
        </p:nvSpPr>
        <p:spPr>
          <a:xfrm>
            <a:off x="3417160" y="3871047"/>
            <a:ext cx="228150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 i="0" u="none" strike="noStrike" cap="none">
                <a:solidFill>
                  <a:schemeClr val="accent6"/>
                </a:solidFill>
                <a:highlight>
                  <a:schemeClr val="dk1"/>
                </a:highlight>
                <a:latin typeface="Special Elite"/>
                <a:ea typeface="Special Elite"/>
                <a:cs typeface="Special Elite"/>
                <a:sym typeface="Special Elit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endParaRPr lang="en-US" dirty="0"/>
          </a:p>
        </p:txBody>
      </p:sp>
      <p:sp>
        <p:nvSpPr>
          <p:cNvPr id="82" name="Google Shape;1907;p69">
            <a:extLst>
              <a:ext uri="{FF2B5EF4-FFF2-40B4-BE49-F238E27FC236}">
                <a16:creationId xmlns:a16="http://schemas.microsoft.com/office/drawing/2014/main" id="{F1BC760B-CAAF-4A71-B1F7-7FFD8B03C6DF}"/>
              </a:ext>
            </a:extLst>
          </p:cNvPr>
          <p:cNvSpPr txBox="1">
            <a:spLocks/>
          </p:cNvSpPr>
          <p:nvPr/>
        </p:nvSpPr>
        <p:spPr>
          <a:xfrm>
            <a:off x="5409466" y="3815400"/>
            <a:ext cx="228150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 i="0" u="none" strike="noStrike" cap="none">
                <a:solidFill>
                  <a:schemeClr val="accent6"/>
                </a:solidFill>
                <a:highlight>
                  <a:schemeClr val="dk1"/>
                </a:highlight>
                <a:latin typeface="Special Elite"/>
                <a:ea typeface="Special Elite"/>
                <a:cs typeface="Special Elite"/>
                <a:sym typeface="Special Elit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6" name="Google Shape;2276;p75"/>
          <p:cNvGrpSpPr/>
          <p:nvPr/>
        </p:nvGrpSpPr>
        <p:grpSpPr>
          <a:xfrm rot="-266707">
            <a:off x="2893445" y="270003"/>
            <a:ext cx="4903570" cy="3351744"/>
            <a:chOff x="8224325" y="1877325"/>
            <a:chExt cx="449175" cy="307025"/>
          </a:xfrm>
        </p:grpSpPr>
        <p:sp>
          <p:nvSpPr>
            <p:cNvPr id="2277" name="Google Shape;2277;p75"/>
            <p:cNvSpPr/>
            <p:nvPr/>
          </p:nvSpPr>
          <p:spPr>
            <a:xfrm>
              <a:off x="8224325" y="1877325"/>
              <a:ext cx="449175" cy="307025"/>
            </a:xfrm>
            <a:custGeom>
              <a:avLst/>
              <a:gdLst/>
              <a:ahLst/>
              <a:cxnLst/>
              <a:rect l="l" t="t" r="r" b="b"/>
              <a:pathLst>
                <a:path w="17967" h="12281" extrusionOk="0">
                  <a:moveTo>
                    <a:pt x="3111" y="0"/>
                  </a:moveTo>
                  <a:lnTo>
                    <a:pt x="938" y="1652"/>
                  </a:lnTo>
                  <a:lnTo>
                    <a:pt x="0" y="8246"/>
                  </a:lnTo>
                  <a:lnTo>
                    <a:pt x="1652" y="10434"/>
                  </a:lnTo>
                  <a:lnTo>
                    <a:pt x="14870" y="12280"/>
                  </a:lnTo>
                  <a:lnTo>
                    <a:pt x="17043" y="10643"/>
                  </a:lnTo>
                  <a:lnTo>
                    <a:pt x="17966" y="4034"/>
                  </a:lnTo>
                  <a:lnTo>
                    <a:pt x="16329" y="1861"/>
                  </a:lnTo>
                  <a:lnTo>
                    <a:pt x="31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278" name="Google Shape;2278;p75"/>
            <p:cNvSpPr/>
            <p:nvPr/>
          </p:nvSpPr>
          <p:spPr>
            <a:xfrm>
              <a:off x="8231375" y="1886625"/>
              <a:ext cx="435050" cy="288775"/>
            </a:xfrm>
            <a:custGeom>
              <a:avLst/>
              <a:gdLst/>
              <a:ahLst/>
              <a:cxnLst/>
              <a:rect l="l" t="t" r="r" b="b"/>
              <a:pathLst>
                <a:path w="17402" h="11551" fill="none" extrusionOk="0">
                  <a:moveTo>
                    <a:pt x="1445" y="9705"/>
                  </a:moveTo>
                  <a:lnTo>
                    <a:pt x="1" y="7800"/>
                  </a:lnTo>
                  <a:lnTo>
                    <a:pt x="894" y="1429"/>
                  </a:lnTo>
                  <a:lnTo>
                    <a:pt x="2799" y="0"/>
                  </a:lnTo>
                  <a:lnTo>
                    <a:pt x="15972" y="1846"/>
                  </a:lnTo>
                  <a:lnTo>
                    <a:pt x="17401" y="3751"/>
                  </a:lnTo>
                  <a:lnTo>
                    <a:pt x="16508" y="10122"/>
                  </a:lnTo>
                  <a:lnTo>
                    <a:pt x="14618" y="11551"/>
                  </a:lnTo>
                  <a:close/>
                </a:path>
              </a:pathLst>
            </a:custGeom>
            <a:noFill/>
            <a:ln w="19050" cap="flat" cmpd="sng">
              <a:solidFill>
                <a:srgbClr val="F6EFD3"/>
              </a:solidFill>
              <a:prstDash val="solid"/>
              <a:miter lim="1488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279" name="Google Shape;2279;p75"/>
            <p:cNvSpPr/>
            <p:nvPr/>
          </p:nvSpPr>
          <p:spPr>
            <a:xfrm>
              <a:off x="8254075" y="1907075"/>
              <a:ext cx="389650" cy="247500"/>
            </a:xfrm>
            <a:custGeom>
              <a:avLst/>
              <a:gdLst/>
              <a:ahLst/>
              <a:cxnLst/>
              <a:rect l="l" t="t" r="r" b="b"/>
              <a:pathLst>
                <a:path w="15586" h="9900" extrusionOk="0">
                  <a:moveTo>
                    <a:pt x="2234" y="1"/>
                  </a:moveTo>
                  <a:lnTo>
                    <a:pt x="805" y="1088"/>
                  </a:lnTo>
                  <a:lnTo>
                    <a:pt x="1" y="6759"/>
                  </a:lnTo>
                  <a:lnTo>
                    <a:pt x="1088" y="8173"/>
                  </a:lnTo>
                  <a:lnTo>
                    <a:pt x="13368" y="9899"/>
                  </a:lnTo>
                  <a:lnTo>
                    <a:pt x="14796" y="8828"/>
                  </a:lnTo>
                  <a:lnTo>
                    <a:pt x="15585" y="3157"/>
                  </a:lnTo>
                  <a:lnTo>
                    <a:pt x="14514" y="1728"/>
                  </a:lnTo>
                  <a:lnTo>
                    <a:pt x="2234" y="1"/>
                  </a:lnTo>
                  <a:close/>
                </a:path>
              </a:pathLst>
            </a:custGeom>
            <a:solidFill>
              <a:srgbClr val="F6EF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2280" name="Google Shape;2280;p75"/>
          <p:cNvSpPr txBox="1">
            <a:spLocks noGrp="1"/>
          </p:cNvSpPr>
          <p:nvPr>
            <p:ph type="ctrTitle"/>
          </p:nvPr>
        </p:nvSpPr>
        <p:spPr>
          <a:xfrm rot="209237">
            <a:off x="3734054" y="888447"/>
            <a:ext cx="3274864" cy="6903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grpSp>
        <p:nvGrpSpPr>
          <p:cNvPr id="2282" name="Google Shape;2282;p75"/>
          <p:cNvGrpSpPr/>
          <p:nvPr/>
        </p:nvGrpSpPr>
        <p:grpSpPr>
          <a:xfrm rot="-486145">
            <a:off x="6834911" y="655577"/>
            <a:ext cx="1228053" cy="906280"/>
            <a:chOff x="6409858" y="765723"/>
            <a:chExt cx="1553730" cy="1146624"/>
          </a:xfrm>
        </p:grpSpPr>
        <p:grpSp>
          <p:nvGrpSpPr>
            <p:cNvPr id="2283" name="Google Shape;2283;p75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2284" name="Google Shape;2284;p75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Google Shape;2285;p75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6" name="Google Shape;2286;p75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2287" name="Google Shape;2287;p75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>
                  <a:alpha val="636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Google Shape;2288;p75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89" name="Google Shape;2289;p75"/>
          <p:cNvSpPr/>
          <p:nvPr/>
        </p:nvSpPr>
        <p:spPr>
          <a:xfrm>
            <a:off x="2271901" y="4201127"/>
            <a:ext cx="407383" cy="407383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90" name="Google Shape;2290;p75"/>
          <p:cNvGrpSpPr/>
          <p:nvPr/>
        </p:nvGrpSpPr>
        <p:grpSpPr>
          <a:xfrm>
            <a:off x="2792442" y="4201065"/>
            <a:ext cx="407432" cy="407391"/>
            <a:chOff x="812101" y="2571761"/>
            <a:chExt cx="417066" cy="417024"/>
          </a:xfrm>
        </p:grpSpPr>
        <p:sp>
          <p:nvSpPr>
            <p:cNvPr id="2291" name="Google Shape;2291;p75"/>
            <p:cNvSpPr/>
            <p:nvPr/>
          </p:nvSpPr>
          <p:spPr>
            <a:xfrm>
              <a:off x="935084" y="2694744"/>
              <a:ext cx="171071" cy="171071"/>
            </a:xfrm>
            <a:custGeom>
              <a:avLst/>
              <a:gdLst/>
              <a:ahLst/>
              <a:cxnLst/>
              <a:rect l="l" t="t" r="r" b="b"/>
              <a:pathLst>
                <a:path w="8197" h="8197" extrusionOk="0">
                  <a:moveTo>
                    <a:pt x="4099" y="1171"/>
                  </a:moveTo>
                  <a:cubicBezTo>
                    <a:pt x="5712" y="1171"/>
                    <a:pt x="7027" y="2484"/>
                    <a:pt x="7027" y="4097"/>
                  </a:cubicBezTo>
                  <a:cubicBezTo>
                    <a:pt x="7027" y="5712"/>
                    <a:pt x="5712" y="7025"/>
                    <a:pt x="4099" y="7025"/>
                  </a:cubicBezTo>
                  <a:cubicBezTo>
                    <a:pt x="2486" y="7025"/>
                    <a:pt x="1171" y="5712"/>
                    <a:pt x="1171" y="4097"/>
                  </a:cubicBezTo>
                  <a:cubicBezTo>
                    <a:pt x="1171" y="2484"/>
                    <a:pt x="2486" y="1171"/>
                    <a:pt x="4099" y="1171"/>
                  </a:cubicBezTo>
                  <a:close/>
                  <a:moveTo>
                    <a:pt x="4099" y="0"/>
                  </a:moveTo>
                  <a:cubicBezTo>
                    <a:pt x="1840" y="0"/>
                    <a:pt x="0" y="1838"/>
                    <a:pt x="0" y="4097"/>
                  </a:cubicBezTo>
                  <a:cubicBezTo>
                    <a:pt x="0" y="6358"/>
                    <a:pt x="1840" y="8196"/>
                    <a:pt x="4099" y="8196"/>
                  </a:cubicBezTo>
                  <a:cubicBezTo>
                    <a:pt x="6358" y="8196"/>
                    <a:pt x="8196" y="6358"/>
                    <a:pt x="8196" y="4097"/>
                  </a:cubicBezTo>
                  <a:cubicBezTo>
                    <a:pt x="8196" y="1838"/>
                    <a:pt x="6358" y="0"/>
                    <a:pt x="40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75"/>
            <p:cNvSpPr/>
            <p:nvPr/>
          </p:nvSpPr>
          <p:spPr>
            <a:xfrm>
              <a:off x="860977" y="2620616"/>
              <a:ext cx="319311" cy="319290"/>
            </a:xfrm>
            <a:custGeom>
              <a:avLst/>
              <a:gdLst/>
              <a:ahLst/>
              <a:cxnLst/>
              <a:rect l="l" t="t" r="r" b="b"/>
              <a:pathLst>
                <a:path w="15300" h="15299" extrusionOk="0">
                  <a:moveTo>
                    <a:pt x="12333" y="1171"/>
                  </a:moveTo>
                  <a:cubicBezTo>
                    <a:pt x="13306" y="1171"/>
                    <a:pt x="14128" y="1994"/>
                    <a:pt x="14128" y="2967"/>
                  </a:cubicBezTo>
                  <a:lnTo>
                    <a:pt x="14128" y="12334"/>
                  </a:lnTo>
                  <a:cubicBezTo>
                    <a:pt x="14128" y="13307"/>
                    <a:pt x="13306" y="14129"/>
                    <a:pt x="12333" y="14129"/>
                  </a:cubicBezTo>
                  <a:lnTo>
                    <a:pt x="2968" y="14129"/>
                  </a:lnTo>
                  <a:cubicBezTo>
                    <a:pt x="1993" y="14129"/>
                    <a:pt x="1172" y="13307"/>
                    <a:pt x="1172" y="12334"/>
                  </a:cubicBezTo>
                  <a:lnTo>
                    <a:pt x="1172" y="2967"/>
                  </a:lnTo>
                  <a:cubicBezTo>
                    <a:pt x="1172" y="1994"/>
                    <a:pt x="1993" y="1171"/>
                    <a:pt x="2968" y="1171"/>
                  </a:cubicBezTo>
                  <a:close/>
                  <a:moveTo>
                    <a:pt x="2968" y="0"/>
                  </a:moveTo>
                  <a:cubicBezTo>
                    <a:pt x="1351" y="0"/>
                    <a:pt x="1" y="1346"/>
                    <a:pt x="1" y="2967"/>
                  </a:cubicBezTo>
                  <a:lnTo>
                    <a:pt x="1" y="12334"/>
                  </a:lnTo>
                  <a:cubicBezTo>
                    <a:pt x="1" y="13952"/>
                    <a:pt x="1349" y="15299"/>
                    <a:pt x="2968" y="15299"/>
                  </a:cubicBezTo>
                  <a:lnTo>
                    <a:pt x="12333" y="15299"/>
                  </a:lnTo>
                  <a:cubicBezTo>
                    <a:pt x="13953" y="15299"/>
                    <a:pt x="15299" y="13951"/>
                    <a:pt x="15299" y="12334"/>
                  </a:cubicBezTo>
                  <a:lnTo>
                    <a:pt x="15299" y="2967"/>
                  </a:lnTo>
                  <a:cubicBezTo>
                    <a:pt x="15299" y="1345"/>
                    <a:pt x="13948" y="0"/>
                    <a:pt x="123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75"/>
            <p:cNvSpPr/>
            <p:nvPr/>
          </p:nvSpPr>
          <p:spPr>
            <a:xfrm>
              <a:off x="812101" y="2571761"/>
              <a:ext cx="417066" cy="417024"/>
            </a:xfrm>
            <a:custGeom>
              <a:avLst/>
              <a:gdLst/>
              <a:ahLst/>
              <a:cxnLst/>
              <a:rect l="l" t="t" r="r" b="b"/>
              <a:pathLst>
                <a:path w="19984" h="19982" extrusionOk="0">
                  <a:moveTo>
                    <a:pt x="17056" y="1172"/>
                  </a:moveTo>
                  <a:cubicBezTo>
                    <a:pt x="18025" y="1172"/>
                    <a:pt x="18812" y="1959"/>
                    <a:pt x="18812" y="2927"/>
                  </a:cubicBezTo>
                  <a:lnTo>
                    <a:pt x="18812" y="17056"/>
                  </a:lnTo>
                  <a:cubicBezTo>
                    <a:pt x="18812" y="18023"/>
                    <a:pt x="18025" y="18811"/>
                    <a:pt x="17056" y="18811"/>
                  </a:cubicBezTo>
                  <a:lnTo>
                    <a:pt x="2928" y="18811"/>
                  </a:lnTo>
                  <a:cubicBezTo>
                    <a:pt x="1961" y="18811"/>
                    <a:pt x="1172" y="18023"/>
                    <a:pt x="1172" y="17056"/>
                  </a:cubicBezTo>
                  <a:lnTo>
                    <a:pt x="1172" y="2927"/>
                  </a:lnTo>
                  <a:cubicBezTo>
                    <a:pt x="1172" y="1959"/>
                    <a:pt x="1961" y="1172"/>
                    <a:pt x="2928" y="1172"/>
                  </a:cubicBezTo>
                  <a:close/>
                  <a:moveTo>
                    <a:pt x="2928" y="1"/>
                  </a:moveTo>
                  <a:cubicBezTo>
                    <a:pt x="1313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3" y="19982"/>
                    <a:pt x="2928" y="19982"/>
                  </a:cubicBezTo>
                  <a:lnTo>
                    <a:pt x="17056" y="19982"/>
                  </a:lnTo>
                  <a:cubicBezTo>
                    <a:pt x="18669" y="19982"/>
                    <a:pt x="19984" y="18669"/>
                    <a:pt x="19984" y="17056"/>
                  </a:cubicBezTo>
                  <a:lnTo>
                    <a:pt x="19984" y="2927"/>
                  </a:lnTo>
                  <a:cubicBezTo>
                    <a:pt x="19984" y="1313"/>
                    <a:pt x="18669" y="1"/>
                    <a:pt x="170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75"/>
            <p:cNvSpPr/>
            <p:nvPr/>
          </p:nvSpPr>
          <p:spPr>
            <a:xfrm>
              <a:off x="1081712" y="2670306"/>
              <a:ext cx="48878" cy="48898"/>
            </a:xfrm>
            <a:custGeom>
              <a:avLst/>
              <a:gdLst/>
              <a:ahLst/>
              <a:cxnLst/>
              <a:rect l="l" t="t" r="r" b="b"/>
              <a:pathLst>
                <a:path w="2342" h="2343" extrusionOk="0">
                  <a:moveTo>
                    <a:pt x="1170" y="0"/>
                  </a:moveTo>
                  <a:cubicBezTo>
                    <a:pt x="524" y="0"/>
                    <a:pt x="1" y="526"/>
                    <a:pt x="1" y="1171"/>
                  </a:cubicBezTo>
                  <a:cubicBezTo>
                    <a:pt x="1" y="1817"/>
                    <a:pt x="524" y="2342"/>
                    <a:pt x="1170" y="2342"/>
                  </a:cubicBezTo>
                  <a:cubicBezTo>
                    <a:pt x="1816" y="2342"/>
                    <a:pt x="2341" y="1817"/>
                    <a:pt x="2341" y="1171"/>
                  </a:cubicBezTo>
                  <a:cubicBezTo>
                    <a:pt x="2341" y="526"/>
                    <a:pt x="1816" y="0"/>
                    <a:pt x="11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95" name="Google Shape;2295;p75"/>
          <p:cNvGrpSpPr/>
          <p:nvPr/>
        </p:nvGrpSpPr>
        <p:grpSpPr>
          <a:xfrm>
            <a:off x="3313036" y="4201065"/>
            <a:ext cx="407391" cy="407391"/>
            <a:chOff x="1323129" y="2571761"/>
            <a:chExt cx="417024" cy="417024"/>
          </a:xfrm>
        </p:grpSpPr>
        <p:sp>
          <p:nvSpPr>
            <p:cNvPr id="2296" name="Google Shape;2296;p75"/>
            <p:cNvSpPr/>
            <p:nvPr/>
          </p:nvSpPr>
          <p:spPr>
            <a:xfrm>
              <a:off x="1385007" y="2719183"/>
              <a:ext cx="73337" cy="219907"/>
            </a:xfrm>
            <a:custGeom>
              <a:avLst/>
              <a:gdLst/>
              <a:ahLst/>
              <a:cxnLst/>
              <a:rect l="l" t="t" r="r" b="b"/>
              <a:pathLst>
                <a:path w="3514" h="10537" extrusionOk="0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75"/>
            <p:cNvSpPr/>
            <p:nvPr/>
          </p:nvSpPr>
          <p:spPr>
            <a:xfrm>
              <a:off x="1385007" y="2621430"/>
              <a:ext cx="73337" cy="73337"/>
            </a:xfrm>
            <a:custGeom>
              <a:avLst/>
              <a:gdLst/>
              <a:ahLst/>
              <a:cxnLst/>
              <a:rect l="l" t="t" r="r" b="b"/>
              <a:pathLst>
                <a:path w="3514" h="3514" extrusionOk="0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75"/>
            <p:cNvSpPr/>
            <p:nvPr/>
          </p:nvSpPr>
          <p:spPr>
            <a:xfrm>
              <a:off x="1482759" y="2718786"/>
              <a:ext cx="195510" cy="220304"/>
            </a:xfrm>
            <a:custGeom>
              <a:avLst/>
              <a:gdLst/>
              <a:ahLst/>
              <a:cxnLst/>
              <a:rect l="l" t="t" r="r" b="b"/>
              <a:pathLst>
                <a:path w="9368" h="10556" extrusionOk="0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75"/>
            <p:cNvSpPr/>
            <p:nvPr/>
          </p:nvSpPr>
          <p:spPr>
            <a:xfrm>
              <a:off x="1323129" y="2571761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00" name="Google Shape;2300;p75"/>
          <p:cNvSpPr/>
          <p:nvPr/>
        </p:nvSpPr>
        <p:spPr>
          <a:xfrm>
            <a:off x="3886539" y="4237878"/>
            <a:ext cx="409401" cy="333886"/>
          </a:xfrm>
          <a:custGeom>
            <a:avLst/>
            <a:gdLst/>
            <a:ahLst/>
            <a:cxnLst/>
            <a:rect l="l" t="t" r="r" b="b"/>
            <a:pathLst>
              <a:path w="20081" h="16377" extrusionOk="0">
                <a:moveTo>
                  <a:pt x="13632" y="1165"/>
                </a:moveTo>
                <a:cubicBezTo>
                  <a:pt x="14903" y="1165"/>
                  <a:pt x="15458" y="1658"/>
                  <a:pt x="15826" y="1984"/>
                </a:cubicBezTo>
                <a:cubicBezTo>
                  <a:pt x="16040" y="2173"/>
                  <a:pt x="16244" y="2353"/>
                  <a:pt x="16548" y="2353"/>
                </a:cubicBezTo>
                <a:cubicBezTo>
                  <a:pt x="16762" y="2353"/>
                  <a:pt x="17038" y="2293"/>
                  <a:pt x="17344" y="2196"/>
                </a:cubicBezTo>
                <a:lnTo>
                  <a:pt x="17344" y="2196"/>
                </a:lnTo>
                <a:cubicBezTo>
                  <a:pt x="17236" y="2288"/>
                  <a:pt x="17119" y="2376"/>
                  <a:pt x="16995" y="2461"/>
                </a:cubicBezTo>
                <a:cubicBezTo>
                  <a:pt x="16780" y="2612"/>
                  <a:pt x="16689" y="2889"/>
                  <a:pt x="16778" y="3137"/>
                </a:cubicBezTo>
                <a:cubicBezTo>
                  <a:pt x="16861" y="3373"/>
                  <a:pt x="17082" y="3528"/>
                  <a:pt x="17329" y="3528"/>
                </a:cubicBezTo>
                <a:cubicBezTo>
                  <a:pt x="17343" y="3528"/>
                  <a:pt x="17358" y="3527"/>
                  <a:pt x="17372" y="3526"/>
                </a:cubicBezTo>
                <a:cubicBezTo>
                  <a:pt x="17475" y="3519"/>
                  <a:pt x="17576" y="3508"/>
                  <a:pt x="17680" y="3494"/>
                </a:cubicBezTo>
                <a:lnTo>
                  <a:pt x="17680" y="3494"/>
                </a:lnTo>
                <a:cubicBezTo>
                  <a:pt x="17275" y="3802"/>
                  <a:pt x="16921" y="3990"/>
                  <a:pt x="16937" y="4786"/>
                </a:cubicBezTo>
                <a:cubicBezTo>
                  <a:pt x="16937" y="4826"/>
                  <a:pt x="16939" y="4881"/>
                  <a:pt x="16939" y="4971"/>
                </a:cubicBezTo>
                <a:cubicBezTo>
                  <a:pt x="16939" y="6510"/>
                  <a:pt x="16350" y="9097"/>
                  <a:pt x="14694" y="11320"/>
                </a:cubicBezTo>
                <a:cubicBezTo>
                  <a:pt x="13372" y="13093"/>
                  <a:pt x="10896" y="15207"/>
                  <a:pt x="6611" y="15207"/>
                </a:cubicBezTo>
                <a:cubicBezTo>
                  <a:pt x="5368" y="15207"/>
                  <a:pt x="4159" y="14996"/>
                  <a:pt x="3001" y="14582"/>
                </a:cubicBezTo>
                <a:cubicBezTo>
                  <a:pt x="4359" y="14345"/>
                  <a:pt x="5612" y="13799"/>
                  <a:pt x="6698" y="12960"/>
                </a:cubicBezTo>
                <a:cubicBezTo>
                  <a:pt x="6893" y="12812"/>
                  <a:pt x="6972" y="12557"/>
                  <a:pt x="6900" y="12323"/>
                </a:cubicBezTo>
                <a:cubicBezTo>
                  <a:pt x="6827" y="12090"/>
                  <a:pt x="6617" y="11925"/>
                  <a:pt x="6372" y="11913"/>
                </a:cubicBezTo>
                <a:cubicBezTo>
                  <a:pt x="5203" y="11849"/>
                  <a:pt x="4280" y="11209"/>
                  <a:pt x="3767" y="10448"/>
                </a:cubicBezTo>
                <a:cubicBezTo>
                  <a:pt x="3968" y="10434"/>
                  <a:pt x="4207" y="10404"/>
                  <a:pt x="4564" y="10340"/>
                </a:cubicBezTo>
                <a:cubicBezTo>
                  <a:pt x="4832" y="10294"/>
                  <a:pt x="5030" y="10071"/>
                  <a:pt x="5047" y="9801"/>
                </a:cubicBezTo>
                <a:cubicBezTo>
                  <a:pt x="5065" y="9532"/>
                  <a:pt x="4895" y="9286"/>
                  <a:pt x="4637" y="9205"/>
                </a:cubicBezTo>
                <a:cubicBezTo>
                  <a:pt x="3296" y="8787"/>
                  <a:pt x="2498" y="8025"/>
                  <a:pt x="2180" y="6838"/>
                </a:cubicBezTo>
                <a:lnTo>
                  <a:pt x="2180" y="6838"/>
                </a:lnTo>
                <a:cubicBezTo>
                  <a:pt x="2390" y="6891"/>
                  <a:pt x="2642" y="6933"/>
                  <a:pt x="3057" y="6986"/>
                </a:cubicBezTo>
                <a:cubicBezTo>
                  <a:pt x="3081" y="6989"/>
                  <a:pt x="3105" y="6991"/>
                  <a:pt x="3129" y="6991"/>
                </a:cubicBezTo>
                <a:cubicBezTo>
                  <a:pt x="3359" y="6991"/>
                  <a:pt x="3571" y="6854"/>
                  <a:pt x="3666" y="6640"/>
                </a:cubicBezTo>
                <a:cubicBezTo>
                  <a:pt x="3770" y="6403"/>
                  <a:pt x="3707" y="6125"/>
                  <a:pt x="3508" y="5957"/>
                </a:cubicBezTo>
                <a:cubicBezTo>
                  <a:pt x="2014" y="4697"/>
                  <a:pt x="1936" y="3409"/>
                  <a:pt x="2210" y="2373"/>
                </a:cubicBezTo>
                <a:lnTo>
                  <a:pt x="2210" y="2373"/>
                </a:lnTo>
                <a:cubicBezTo>
                  <a:pt x="4267" y="4464"/>
                  <a:pt x="6801" y="5670"/>
                  <a:pt x="9880" y="5882"/>
                </a:cubicBezTo>
                <a:cubicBezTo>
                  <a:pt x="9894" y="5883"/>
                  <a:pt x="9908" y="5884"/>
                  <a:pt x="9921" y="5884"/>
                </a:cubicBezTo>
                <a:cubicBezTo>
                  <a:pt x="10265" y="5884"/>
                  <a:pt x="10539" y="5586"/>
                  <a:pt x="10503" y="5239"/>
                </a:cubicBezTo>
                <a:cubicBezTo>
                  <a:pt x="10372" y="3940"/>
                  <a:pt x="10634" y="2919"/>
                  <a:pt x="11281" y="2203"/>
                </a:cubicBezTo>
                <a:cubicBezTo>
                  <a:pt x="11975" y="1437"/>
                  <a:pt x="12981" y="1165"/>
                  <a:pt x="13632" y="1165"/>
                </a:cubicBezTo>
                <a:close/>
                <a:moveTo>
                  <a:pt x="13631" y="1"/>
                </a:moveTo>
                <a:cubicBezTo>
                  <a:pt x="12698" y="1"/>
                  <a:pt x="11363" y="368"/>
                  <a:pt x="10413" y="1418"/>
                </a:cubicBezTo>
                <a:cubicBezTo>
                  <a:pt x="9665" y="2245"/>
                  <a:pt x="9291" y="3332"/>
                  <a:pt x="9300" y="4649"/>
                </a:cubicBezTo>
                <a:cubicBezTo>
                  <a:pt x="6556" y="4315"/>
                  <a:pt x="4306" y="3079"/>
                  <a:pt x="2438" y="887"/>
                </a:cubicBezTo>
                <a:cubicBezTo>
                  <a:pt x="2327" y="756"/>
                  <a:pt x="2163" y="681"/>
                  <a:pt x="1993" y="681"/>
                </a:cubicBezTo>
                <a:cubicBezTo>
                  <a:pt x="1966" y="681"/>
                  <a:pt x="1938" y="683"/>
                  <a:pt x="1911" y="687"/>
                </a:cubicBezTo>
                <a:cubicBezTo>
                  <a:pt x="1713" y="715"/>
                  <a:pt x="1541" y="843"/>
                  <a:pt x="1460" y="1025"/>
                </a:cubicBezTo>
                <a:cubicBezTo>
                  <a:pt x="1207" y="1582"/>
                  <a:pt x="876" y="2444"/>
                  <a:pt x="922" y="3466"/>
                </a:cubicBezTo>
                <a:cubicBezTo>
                  <a:pt x="952" y="4138"/>
                  <a:pt x="1138" y="4773"/>
                  <a:pt x="1479" y="5368"/>
                </a:cubicBezTo>
                <a:cubicBezTo>
                  <a:pt x="1469" y="5367"/>
                  <a:pt x="1459" y="5367"/>
                  <a:pt x="1449" y="5367"/>
                </a:cubicBezTo>
                <a:cubicBezTo>
                  <a:pt x="1114" y="5367"/>
                  <a:pt x="843" y="5650"/>
                  <a:pt x="865" y="5990"/>
                </a:cubicBezTo>
                <a:cubicBezTo>
                  <a:pt x="963" y="7455"/>
                  <a:pt x="1501" y="8589"/>
                  <a:pt x="2470" y="9380"/>
                </a:cubicBezTo>
                <a:cubicBezTo>
                  <a:pt x="2284" y="9528"/>
                  <a:pt x="2208" y="9773"/>
                  <a:pt x="2274" y="9999"/>
                </a:cubicBezTo>
                <a:cubicBezTo>
                  <a:pt x="2578" y="11057"/>
                  <a:pt x="3469" y="12207"/>
                  <a:pt x="4833" y="12757"/>
                </a:cubicBezTo>
                <a:cubicBezTo>
                  <a:pt x="3802" y="13279"/>
                  <a:pt x="2644" y="13546"/>
                  <a:pt x="1412" y="13546"/>
                </a:cubicBezTo>
                <a:cubicBezTo>
                  <a:pt x="1173" y="13546"/>
                  <a:pt x="932" y="13536"/>
                  <a:pt x="689" y="13516"/>
                </a:cubicBezTo>
                <a:cubicBezTo>
                  <a:pt x="673" y="13515"/>
                  <a:pt x="658" y="13514"/>
                  <a:pt x="642" y="13514"/>
                </a:cubicBezTo>
                <a:cubicBezTo>
                  <a:pt x="390" y="13514"/>
                  <a:pt x="164" y="13676"/>
                  <a:pt x="84" y="13919"/>
                </a:cubicBezTo>
                <a:cubicBezTo>
                  <a:pt x="0" y="14177"/>
                  <a:pt x="105" y="14460"/>
                  <a:pt x="338" y="14600"/>
                </a:cubicBezTo>
                <a:cubicBezTo>
                  <a:pt x="2284" y="15778"/>
                  <a:pt x="4395" y="16376"/>
                  <a:pt x="6611" y="16376"/>
                </a:cubicBezTo>
                <a:cubicBezTo>
                  <a:pt x="11382" y="16376"/>
                  <a:pt x="14151" y="14008"/>
                  <a:pt x="15631" y="12019"/>
                </a:cubicBezTo>
                <a:cubicBezTo>
                  <a:pt x="17461" y="9567"/>
                  <a:pt x="18108" y="6689"/>
                  <a:pt x="18108" y="4971"/>
                </a:cubicBezTo>
                <a:cubicBezTo>
                  <a:pt x="18108" y="4747"/>
                  <a:pt x="18103" y="4701"/>
                  <a:pt x="18110" y="4637"/>
                </a:cubicBezTo>
                <a:cubicBezTo>
                  <a:pt x="18336" y="4435"/>
                  <a:pt x="18964" y="4133"/>
                  <a:pt x="19935" y="2718"/>
                </a:cubicBezTo>
                <a:cubicBezTo>
                  <a:pt x="20080" y="2505"/>
                  <a:pt x="20070" y="2221"/>
                  <a:pt x="19909" y="2019"/>
                </a:cubicBezTo>
                <a:cubicBezTo>
                  <a:pt x="19795" y="1879"/>
                  <a:pt x="19625" y="1801"/>
                  <a:pt x="19451" y="1801"/>
                </a:cubicBezTo>
                <a:cubicBezTo>
                  <a:pt x="19377" y="1801"/>
                  <a:pt x="19303" y="1815"/>
                  <a:pt x="19231" y="1844"/>
                </a:cubicBezTo>
                <a:cubicBezTo>
                  <a:pt x="19194" y="1860"/>
                  <a:pt x="19155" y="1874"/>
                  <a:pt x="19118" y="1890"/>
                </a:cubicBezTo>
                <a:cubicBezTo>
                  <a:pt x="19269" y="1630"/>
                  <a:pt x="19392" y="1356"/>
                  <a:pt x="19490" y="1062"/>
                </a:cubicBezTo>
                <a:cubicBezTo>
                  <a:pt x="19564" y="841"/>
                  <a:pt x="19498" y="598"/>
                  <a:pt x="19327" y="443"/>
                </a:cubicBezTo>
                <a:cubicBezTo>
                  <a:pt x="19217" y="344"/>
                  <a:pt x="19076" y="292"/>
                  <a:pt x="18934" y="292"/>
                </a:cubicBezTo>
                <a:cubicBezTo>
                  <a:pt x="18853" y="292"/>
                  <a:pt x="18771" y="309"/>
                  <a:pt x="18694" y="344"/>
                </a:cubicBezTo>
                <a:cubicBezTo>
                  <a:pt x="18690" y="345"/>
                  <a:pt x="18676" y="351"/>
                  <a:pt x="18651" y="363"/>
                </a:cubicBezTo>
                <a:cubicBezTo>
                  <a:pt x="17724" y="830"/>
                  <a:pt x="16999" y="1103"/>
                  <a:pt x="16670" y="1166"/>
                </a:cubicBezTo>
                <a:cubicBezTo>
                  <a:pt x="16647" y="1147"/>
                  <a:pt x="16624" y="1126"/>
                  <a:pt x="16603" y="1106"/>
                </a:cubicBezTo>
                <a:cubicBezTo>
                  <a:pt x="16194" y="745"/>
                  <a:pt x="15347" y="1"/>
                  <a:pt x="1363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 Great Outdoors Month by Slidesgo">
  <a:themeElements>
    <a:clrScheme name="Simple Light">
      <a:dk1>
        <a:srgbClr val="000000"/>
      </a:dk1>
      <a:lt1>
        <a:srgbClr val="04303A"/>
      </a:lt1>
      <a:dk2>
        <a:srgbClr val="648E71"/>
      </a:dk2>
      <a:lt2>
        <a:srgbClr val="AED080"/>
      </a:lt2>
      <a:accent1>
        <a:srgbClr val="F6EFD3"/>
      </a:accent1>
      <a:accent2>
        <a:srgbClr val="FABC6E"/>
      </a:accent2>
      <a:accent3>
        <a:srgbClr val="EF7963"/>
      </a:accent3>
      <a:accent4>
        <a:srgbClr val="662C26"/>
      </a:accent4>
      <a:accent5>
        <a:srgbClr val="B6DFE7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1056</TotalTime>
  <Words>790</Words>
  <Application>Microsoft Office PowerPoint</Application>
  <PresentationFormat>On-screen Show (16:9)</PresentationFormat>
  <Paragraphs>127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Bebas Neue</vt:lpstr>
      <vt:lpstr>Kalam</vt:lpstr>
      <vt:lpstr>Special Elite</vt:lpstr>
      <vt:lpstr>Arial</vt:lpstr>
      <vt:lpstr>US Great Outdoors Month by Slidesgo</vt:lpstr>
      <vt:lpstr>Introduction to Object-Oriented Programming: Java</vt:lpstr>
      <vt:lpstr>Chapter 1</vt:lpstr>
      <vt:lpstr>Syntax Errors</vt:lpstr>
      <vt:lpstr>Syntax Errors</vt:lpstr>
      <vt:lpstr>Typing Tips</vt:lpstr>
      <vt:lpstr>Tips for Typing</vt:lpstr>
      <vt:lpstr>The Tips-Part 1 (Moving the cursor)</vt:lpstr>
      <vt:lpstr>The Tips-Part 2 (Moving the cursor)</vt:lpstr>
      <vt:lpstr>The Tips-Part 3</vt:lpstr>
      <vt:lpstr>Lab 2</vt:lpstr>
      <vt:lpstr>Our Second Lab</vt:lpstr>
      <vt:lpstr>Attention to Detail</vt:lpstr>
      <vt:lpstr>Typing in the Program</vt:lpstr>
      <vt:lpstr>Being Meticulous</vt:lpstr>
      <vt:lpstr>A Key Point about Programming</vt:lpstr>
      <vt:lpstr>Class Coding Principles</vt:lpstr>
      <vt:lpstr>Class Coding Principles</vt:lpstr>
      <vt:lpstr>A Programming Career</vt:lpstr>
      <vt:lpstr>Class Coding Principle 1</vt:lpstr>
      <vt:lpstr>Class Coding Principle 2</vt:lpstr>
      <vt:lpstr>Readability</vt:lpstr>
      <vt:lpstr>Readability</vt:lpstr>
      <vt:lpstr>Increasing Readability</vt:lpstr>
      <vt:lpstr>Lab 2</vt:lpstr>
      <vt:lpstr>Lab 2</vt:lpstr>
      <vt:lpstr>Putting Comments in Programs</vt:lpstr>
      <vt:lpstr>Academic Honesty</vt:lpstr>
      <vt:lpstr>THE MOST IMPORTANT IDEA</vt:lpstr>
      <vt:lpstr>THE MOST IMPORTANT IDEA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GREAT OUTDOORS MONTH</dc:title>
  <dc:creator>James Hoffman</dc:creator>
  <cp:lastModifiedBy>Hoffman, James</cp:lastModifiedBy>
  <cp:revision>66</cp:revision>
  <cp:lastPrinted>2022-08-30T00:02:55Z</cp:lastPrinted>
  <dcterms:modified xsi:type="dcterms:W3CDTF">2023-06-11T00:00:19Z</dcterms:modified>
</cp:coreProperties>
</file>