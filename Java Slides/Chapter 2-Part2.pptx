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6" r:id="rId1"/>
  </p:sldMasterIdLst>
  <p:notesMasterIdLst>
    <p:notesMasterId r:id="rId51"/>
  </p:notesMasterIdLst>
  <p:sldIdLst>
    <p:sldId id="256" r:id="rId2"/>
    <p:sldId id="381" r:id="rId3"/>
    <p:sldId id="282" r:id="rId4"/>
    <p:sldId id="257" r:id="rId5"/>
    <p:sldId id="278" r:id="rId6"/>
    <p:sldId id="291" r:id="rId7"/>
    <p:sldId id="396" r:id="rId8"/>
    <p:sldId id="435" r:id="rId9"/>
    <p:sldId id="419" r:id="rId10"/>
    <p:sldId id="436" r:id="rId11"/>
    <p:sldId id="420" r:id="rId12"/>
    <p:sldId id="421" r:id="rId13"/>
    <p:sldId id="422" r:id="rId14"/>
    <p:sldId id="437" r:id="rId15"/>
    <p:sldId id="423" r:id="rId16"/>
    <p:sldId id="438" r:id="rId17"/>
    <p:sldId id="424" r:id="rId18"/>
    <p:sldId id="425" r:id="rId19"/>
    <p:sldId id="427" r:id="rId20"/>
    <p:sldId id="448" r:id="rId21"/>
    <p:sldId id="449" r:id="rId22"/>
    <p:sldId id="451" r:id="rId23"/>
    <p:sldId id="450" r:id="rId24"/>
    <p:sldId id="470" r:id="rId25"/>
    <p:sldId id="452" r:id="rId26"/>
    <p:sldId id="453" r:id="rId27"/>
    <p:sldId id="454" r:id="rId28"/>
    <p:sldId id="458" r:id="rId29"/>
    <p:sldId id="455" r:id="rId30"/>
    <p:sldId id="467" r:id="rId31"/>
    <p:sldId id="456" r:id="rId32"/>
    <p:sldId id="457" r:id="rId33"/>
    <p:sldId id="459" r:id="rId34"/>
    <p:sldId id="460" r:id="rId35"/>
    <p:sldId id="461" r:id="rId36"/>
    <p:sldId id="468" r:id="rId37"/>
    <p:sldId id="462" r:id="rId38"/>
    <p:sldId id="463" r:id="rId39"/>
    <p:sldId id="469" r:id="rId40"/>
    <p:sldId id="440" r:id="rId41"/>
    <p:sldId id="439" r:id="rId42"/>
    <p:sldId id="426" r:id="rId43"/>
    <p:sldId id="441" r:id="rId44"/>
    <p:sldId id="442" r:id="rId45"/>
    <p:sldId id="443" r:id="rId46"/>
    <p:sldId id="444" r:id="rId47"/>
    <p:sldId id="466" r:id="rId48"/>
    <p:sldId id="471" r:id="rId49"/>
    <p:sldId id="290" r:id="rId5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ABC2007-4194-44C9-A730-8082A69096D6}">
  <a:tblStyle styleId="{2ABC2007-4194-44C9-A730-8082A69096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291" autoAdjust="0"/>
  </p:normalViewPr>
  <p:slideViewPr>
    <p:cSldViewPr snapToGrid="0">
      <p:cViewPr varScale="1">
        <p:scale>
          <a:sx n="82" d="100"/>
          <a:sy n="82" d="100"/>
        </p:scale>
        <p:origin x="834" y="-402"/>
      </p:cViewPr>
      <p:guideLst/>
    </p:cSldViewPr>
  </p:slideViewPr>
  <p:outlineViewPr>
    <p:cViewPr>
      <p:scale>
        <a:sx n="33" d="100"/>
        <a:sy n="33" d="100"/>
      </p:scale>
      <p:origin x="0" y="-1715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27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1b06bd4b87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11b06bd4b87_0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0468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12340c23162_0_4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12340c23162_0_4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11b06bd4b87_3_6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3" name="Google Shape;1423;g11b06bd4b87_3_6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11b06bd4b87_0_10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11b06bd4b87_0_10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1b06bd4b87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11b06bd4b87_0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49551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27891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78719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26681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34572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04276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4890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55742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29101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37724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08336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45396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22080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24192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29183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15538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6320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07595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43463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41906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59614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477867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44197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288961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387584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711606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606834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738610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193112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056821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587429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615171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645491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163087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14409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375531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415073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224742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192767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882692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224233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777932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Google Shape;2273;g11b06bd4b87_3_2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4" name="Google Shape;2274;g11b06bd4b87_3_23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-3448116">
            <a:off x="8295066" y="1542438"/>
            <a:ext cx="1748849" cy="10685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357075" y="-22470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rot="-7133060">
            <a:off x="-509593" y="2598405"/>
            <a:ext cx="1749256" cy="106877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-323959">
            <a:off x="8232091" y="4453206"/>
            <a:ext cx="1749115" cy="10686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 rot="-8493134">
            <a:off x="7546111" y="-714458"/>
            <a:ext cx="1749329" cy="106882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-220289" y="-1490778"/>
            <a:ext cx="7753988" cy="10833124"/>
            <a:chOff x="6260625" y="2712350"/>
            <a:chExt cx="1146175" cy="1601325"/>
          </a:xfrm>
        </p:grpSpPr>
        <p:sp>
          <p:nvSpPr>
            <p:cNvPr id="15" name="Google Shape;15;p2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867506" y="76192"/>
            <a:ext cx="8571314" cy="12073351"/>
            <a:chOff x="6949425" y="870600"/>
            <a:chExt cx="1155475" cy="1627575"/>
          </a:xfrm>
        </p:grpSpPr>
        <p:sp>
          <p:nvSpPr>
            <p:cNvPr id="19" name="Google Shape;19;p2"/>
            <p:cNvSpPr/>
            <p:nvPr/>
          </p:nvSpPr>
          <p:spPr>
            <a:xfrm>
              <a:off x="6949425" y="870600"/>
              <a:ext cx="1155475" cy="1627575"/>
            </a:xfrm>
            <a:custGeom>
              <a:avLst/>
              <a:gdLst/>
              <a:ahLst/>
              <a:cxnLst/>
              <a:rect l="l" t="t" r="r" b="b"/>
              <a:pathLst>
                <a:path w="46219" h="65103" extrusionOk="0">
                  <a:moveTo>
                    <a:pt x="39569" y="0"/>
                  </a:moveTo>
                  <a:cubicBezTo>
                    <a:pt x="39523" y="0"/>
                    <a:pt x="39477" y="2"/>
                    <a:pt x="39431" y="5"/>
                  </a:cubicBezTo>
                  <a:lnTo>
                    <a:pt x="1787" y="3042"/>
                  </a:lnTo>
                  <a:cubicBezTo>
                    <a:pt x="760" y="3131"/>
                    <a:pt x="1" y="4024"/>
                    <a:pt x="75" y="5051"/>
                  </a:cubicBezTo>
                  <a:lnTo>
                    <a:pt x="4779" y="63385"/>
                  </a:lnTo>
                  <a:cubicBezTo>
                    <a:pt x="4864" y="64366"/>
                    <a:pt x="5682" y="65102"/>
                    <a:pt x="6636" y="65102"/>
                  </a:cubicBezTo>
                  <a:cubicBezTo>
                    <a:pt x="6682" y="65102"/>
                    <a:pt x="6727" y="65101"/>
                    <a:pt x="6773" y="65097"/>
                  </a:cubicBezTo>
                  <a:lnTo>
                    <a:pt x="44432" y="62061"/>
                  </a:lnTo>
                  <a:cubicBezTo>
                    <a:pt x="45459" y="61971"/>
                    <a:pt x="46218" y="61078"/>
                    <a:pt x="46129" y="60051"/>
                  </a:cubicBezTo>
                  <a:lnTo>
                    <a:pt x="41440" y="1717"/>
                  </a:lnTo>
                  <a:cubicBezTo>
                    <a:pt x="41355" y="737"/>
                    <a:pt x="40537" y="0"/>
                    <a:pt x="39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036875" y="942175"/>
              <a:ext cx="139950" cy="1552150"/>
            </a:xfrm>
            <a:custGeom>
              <a:avLst/>
              <a:gdLst/>
              <a:ahLst/>
              <a:cxnLst/>
              <a:rect l="l" t="t" r="r" b="b"/>
              <a:pathLst>
                <a:path w="5598" h="62086" extrusionOk="0">
                  <a:moveTo>
                    <a:pt x="596" y="0"/>
                  </a:moveTo>
                  <a:lnTo>
                    <a:pt x="1" y="45"/>
                  </a:lnTo>
                  <a:lnTo>
                    <a:pt x="5002" y="62085"/>
                  </a:lnTo>
                  <a:lnTo>
                    <a:pt x="5597" y="62041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2299200" y="4005325"/>
            <a:ext cx="50028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 rot="-283149">
            <a:off x="2858401" y="1314777"/>
            <a:ext cx="4011098" cy="1973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600">
                <a:latin typeface="Kalam"/>
                <a:ea typeface="Kalam"/>
                <a:cs typeface="Kalam"/>
                <a:sym typeface="Kala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6"/>
          <p:cNvSpPr/>
          <p:nvPr/>
        </p:nvSpPr>
        <p:spPr>
          <a:xfrm rot="-7129687">
            <a:off x="7946841" y="-111053"/>
            <a:ext cx="1749110" cy="106868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6"/>
          <p:cNvSpPr/>
          <p:nvPr/>
        </p:nvSpPr>
        <p:spPr>
          <a:xfrm rot="1652016">
            <a:off x="3144222" y="4661942"/>
            <a:ext cx="1749169" cy="106872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6"/>
          <p:cNvSpPr/>
          <p:nvPr/>
        </p:nvSpPr>
        <p:spPr>
          <a:xfrm rot="-9750761">
            <a:off x="-43638" y="-47475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6"/>
          <p:cNvSpPr/>
          <p:nvPr/>
        </p:nvSpPr>
        <p:spPr>
          <a:xfrm rot="10019859">
            <a:off x="7711913" y="4074159"/>
            <a:ext cx="1749120" cy="106869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6"/>
          <p:cNvSpPr/>
          <p:nvPr/>
        </p:nvSpPr>
        <p:spPr>
          <a:xfrm rot="7229292">
            <a:off x="-894848" y="2251427"/>
            <a:ext cx="1749185" cy="106873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/>
          <p:nvPr/>
        </p:nvSpPr>
        <p:spPr>
          <a:xfrm rot="4708122">
            <a:off x="-420349" y="4144939"/>
            <a:ext cx="1749022" cy="106863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9"/>
          <p:cNvSpPr/>
          <p:nvPr/>
        </p:nvSpPr>
        <p:spPr>
          <a:xfrm rot="9194259">
            <a:off x="-821300" y="166653"/>
            <a:ext cx="1749085" cy="106867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7955007" y="4562601"/>
            <a:ext cx="1748875" cy="106854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 rot="-3536633">
            <a:off x="8337458" y="2223975"/>
            <a:ext cx="1749127" cy="106869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" name="Google Shape;99;p9"/>
          <p:cNvGrpSpPr/>
          <p:nvPr/>
        </p:nvGrpSpPr>
        <p:grpSpPr>
          <a:xfrm rot="-378169">
            <a:off x="-87121" y="-1214070"/>
            <a:ext cx="9470435" cy="13231336"/>
            <a:chOff x="6260625" y="2712350"/>
            <a:chExt cx="1146175" cy="1601325"/>
          </a:xfrm>
        </p:grpSpPr>
        <p:sp>
          <p:nvSpPr>
            <p:cNvPr id="100" name="Google Shape;100;p9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9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9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9"/>
          <p:cNvSpPr/>
          <p:nvPr/>
        </p:nvSpPr>
        <p:spPr>
          <a:xfrm rot="-8843714">
            <a:off x="1265283" y="-668707"/>
            <a:ext cx="1749242" cy="106876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9"/>
          <p:cNvSpPr/>
          <p:nvPr/>
        </p:nvSpPr>
        <p:spPr>
          <a:xfrm rot="1954942">
            <a:off x="58062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9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1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6" name="Google Shape;106;p9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bg>
      <p:bgPr>
        <a:solidFill>
          <a:schemeClr val="dk2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/>
          <p:nvPr/>
        </p:nvSpPr>
        <p:spPr>
          <a:xfrm rot="4500129">
            <a:off x="-649059" y="4144978"/>
            <a:ext cx="1749167" cy="106872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5"/>
          <p:cNvSpPr/>
          <p:nvPr/>
        </p:nvSpPr>
        <p:spPr>
          <a:xfrm rot="-1249095">
            <a:off x="-364075" y="67598"/>
            <a:ext cx="1749027" cy="106863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5"/>
          <p:cNvSpPr/>
          <p:nvPr/>
        </p:nvSpPr>
        <p:spPr>
          <a:xfrm rot="-1495489">
            <a:off x="7852382" y="4750776"/>
            <a:ext cx="1748931" cy="106857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5"/>
          <p:cNvSpPr/>
          <p:nvPr/>
        </p:nvSpPr>
        <p:spPr>
          <a:xfrm rot="-3926649">
            <a:off x="8427123" y="1490058"/>
            <a:ext cx="1749134" cy="106870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4" name="Google Shape;164;p15"/>
          <p:cNvGrpSpPr/>
          <p:nvPr/>
        </p:nvGrpSpPr>
        <p:grpSpPr>
          <a:xfrm rot="-142207">
            <a:off x="-87233" y="-7684437"/>
            <a:ext cx="9470464" cy="13231378"/>
            <a:chOff x="6260625" y="2712350"/>
            <a:chExt cx="1146175" cy="1601325"/>
          </a:xfrm>
        </p:grpSpPr>
        <p:sp>
          <p:nvSpPr>
            <p:cNvPr id="165" name="Google Shape;165;p15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5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8" name="Google Shape;168;p15"/>
          <p:cNvSpPr/>
          <p:nvPr/>
        </p:nvSpPr>
        <p:spPr>
          <a:xfrm rot="-9271741">
            <a:off x="6641536" y="-654848"/>
            <a:ext cx="1749238" cy="1068765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5"/>
          <p:cNvSpPr/>
          <p:nvPr/>
        </p:nvSpPr>
        <p:spPr>
          <a:xfrm rot="1954942">
            <a:off x="5183323" y="4725972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5"/>
          <p:cNvSpPr txBox="1">
            <a:spLocks noGrp="1"/>
          </p:cNvSpPr>
          <p:nvPr>
            <p:ph type="title"/>
          </p:nvPr>
        </p:nvSpPr>
        <p:spPr>
          <a:xfrm rot="401543">
            <a:off x="4192767" y="2033924"/>
            <a:ext cx="3912862" cy="98532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 b="0">
                <a:solidFill>
                  <a:schemeClr val="accent6"/>
                </a:solidFill>
                <a:highlight>
                  <a:schemeClr val="dk1"/>
                </a:highlight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1" name="Google Shape;171;p15"/>
          <p:cNvSpPr txBox="1">
            <a:spLocks noGrp="1"/>
          </p:cNvSpPr>
          <p:nvPr>
            <p:ph type="title" idx="2" hasCustomPrompt="1"/>
          </p:nvPr>
        </p:nvSpPr>
        <p:spPr>
          <a:xfrm rot="403209">
            <a:off x="5670273" y="1259281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2" name="Google Shape;172;p15"/>
          <p:cNvSpPr txBox="1">
            <a:spLocks noGrp="1"/>
          </p:cNvSpPr>
          <p:nvPr>
            <p:ph type="subTitle" idx="1"/>
          </p:nvPr>
        </p:nvSpPr>
        <p:spPr>
          <a:xfrm rot="403335">
            <a:off x="4612715" y="3175705"/>
            <a:ext cx="2831969" cy="744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_1_1_1">
    <p:bg>
      <p:bgPr>
        <a:solidFill>
          <a:schemeClr val="dk2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"/>
          <p:cNvSpPr/>
          <p:nvPr/>
        </p:nvSpPr>
        <p:spPr>
          <a:xfrm rot="3768282" flipH="1">
            <a:off x="-931716" y="1741180"/>
            <a:ext cx="1749337" cy="106882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23"/>
          <p:cNvSpPr/>
          <p:nvPr/>
        </p:nvSpPr>
        <p:spPr>
          <a:xfrm rot="6409989" flipH="1">
            <a:off x="7764090" y="4068206"/>
            <a:ext cx="1749137" cy="106870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3"/>
          <p:cNvSpPr/>
          <p:nvPr/>
        </p:nvSpPr>
        <p:spPr>
          <a:xfrm rot="-8265081" flipH="1">
            <a:off x="8314617" y="1588466"/>
            <a:ext cx="1749442" cy="10688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3"/>
          <p:cNvSpPr/>
          <p:nvPr/>
        </p:nvSpPr>
        <p:spPr>
          <a:xfrm rot="6223746" flipH="1">
            <a:off x="-393038" y="-373249"/>
            <a:ext cx="1748818" cy="106850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2" name="Google Shape;262;p23"/>
          <p:cNvGrpSpPr/>
          <p:nvPr/>
        </p:nvGrpSpPr>
        <p:grpSpPr>
          <a:xfrm rot="120893">
            <a:off x="111404" y="-7238609"/>
            <a:ext cx="9470166" cy="13230961"/>
            <a:chOff x="6260625" y="2712350"/>
            <a:chExt cx="1146175" cy="1601325"/>
          </a:xfrm>
        </p:grpSpPr>
        <p:sp>
          <p:nvSpPr>
            <p:cNvPr id="263" name="Google Shape;263;p23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3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3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" name="Google Shape;266;p23"/>
          <p:cNvSpPr/>
          <p:nvPr/>
        </p:nvSpPr>
        <p:spPr>
          <a:xfrm rot="-1800044" flipH="1">
            <a:off x="5811361" y="4682406"/>
            <a:ext cx="1749012" cy="106862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3"/>
          <p:cNvSpPr txBox="1">
            <a:spLocks noGrp="1"/>
          </p:cNvSpPr>
          <p:nvPr>
            <p:ph type="subTitle" idx="1"/>
          </p:nvPr>
        </p:nvSpPr>
        <p:spPr>
          <a:xfrm>
            <a:off x="5292700" y="1800150"/>
            <a:ext cx="2907600" cy="123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23"/>
          <p:cNvSpPr txBox="1">
            <a:spLocks noGrp="1"/>
          </p:cNvSpPr>
          <p:nvPr>
            <p:ph type="title"/>
          </p:nvPr>
        </p:nvSpPr>
        <p:spPr>
          <a:xfrm>
            <a:off x="1236800" y="445025"/>
            <a:ext cx="6670500" cy="10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bg>
      <p:bgPr>
        <a:solidFill>
          <a:schemeClr val="dk2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3"/>
          <p:cNvSpPr/>
          <p:nvPr/>
        </p:nvSpPr>
        <p:spPr>
          <a:xfrm rot="8996590">
            <a:off x="-745209" y="14290"/>
            <a:ext cx="1749194" cy="106873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33"/>
          <p:cNvSpPr/>
          <p:nvPr/>
        </p:nvSpPr>
        <p:spPr>
          <a:xfrm rot="4388496">
            <a:off x="7873446" y="3631720"/>
            <a:ext cx="1749005" cy="106862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33"/>
          <p:cNvSpPr/>
          <p:nvPr/>
        </p:nvSpPr>
        <p:spPr>
          <a:xfrm rot="-5790320">
            <a:off x="8184332" y="-444059"/>
            <a:ext cx="1749118" cy="106869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2" name="Google Shape;432;p33"/>
          <p:cNvGrpSpPr/>
          <p:nvPr/>
        </p:nvGrpSpPr>
        <p:grpSpPr>
          <a:xfrm rot="-458563">
            <a:off x="-426488" y="-7796978"/>
            <a:ext cx="9470500" cy="13231427"/>
            <a:chOff x="6260625" y="2712350"/>
            <a:chExt cx="1146175" cy="1601325"/>
          </a:xfrm>
        </p:grpSpPr>
        <p:sp>
          <p:nvSpPr>
            <p:cNvPr id="433" name="Google Shape;433;p33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3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3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6" name="Google Shape;436;p33"/>
          <p:cNvSpPr/>
          <p:nvPr/>
        </p:nvSpPr>
        <p:spPr>
          <a:xfrm rot="-8803004">
            <a:off x="4354940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33"/>
          <p:cNvSpPr/>
          <p:nvPr/>
        </p:nvSpPr>
        <p:spPr>
          <a:xfrm rot="-1954942" flipH="1">
            <a:off x="5501823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33"/>
          <p:cNvSpPr txBox="1">
            <a:spLocks noGrp="1"/>
          </p:cNvSpPr>
          <p:nvPr>
            <p:ph type="title" hasCustomPrompt="1"/>
          </p:nvPr>
        </p:nvSpPr>
        <p:spPr>
          <a:xfrm>
            <a:off x="1819150" y="575600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9" name="Google Shape;439;p33"/>
          <p:cNvSpPr txBox="1">
            <a:spLocks noGrp="1"/>
          </p:cNvSpPr>
          <p:nvPr>
            <p:ph type="subTitle" idx="1"/>
          </p:nvPr>
        </p:nvSpPr>
        <p:spPr>
          <a:xfrm>
            <a:off x="1819150" y="1357827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0" name="Google Shape;440;p33"/>
          <p:cNvSpPr txBox="1">
            <a:spLocks noGrp="1"/>
          </p:cNvSpPr>
          <p:nvPr>
            <p:ph type="title" idx="2" hasCustomPrompt="1"/>
          </p:nvPr>
        </p:nvSpPr>
        <p:spPr>
          <a:xfrm>
            <a:off x="1819150" y="1955542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1" name="Google Shape;441;p33"/>
          <p:cNvSpPr txBox="1">
            <a:spLocks noGrp="1"/>
          </p:cNvSpPr>
          <p:nvPr>
            <p:ph type="subTitle" idx="3"/>
          </p:nvPr>
        </p:nvSpPr>
        <p:spPr>
          <a:xfrm>
            <a:off x="1819150" y="2737769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33"/>
          <p:cNvSpPr txBox="1">
            <a:spLocks noGrp="1"/>
          </p:cNvSpPr>
          <p:nvPr>
            <p:ph type="title" idx="4" hasCustomPrompt="1"/>
          </p:nvPr>
        </p:nvSpPr>
        <p:spPr>
          <a:xfrm>
            <a:off x="1819150" y="3340471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3" name="Google Shape;443;p33"/>
          <p:cNvSpPr txBox="1">
            <a:spLocks noGrp="1"/>
          </p:cNvSpPr>
          <p:nvPr>
            <p:ph type="subTitle" idx="5"/>
          </p:nvPr>
        </p:nvSpPr>
        <p:spPr>
          <a:xfrm>
            <a:off x="1819150" y="4122699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bg>
      <p:bgPr>
        <a:solidFill>
          <a:schemeClr val="dk2"/>
        </a:solidFill>
        <a:effectLst/>
      </p:bgPr>
    </p:bg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5"/>
          <p:cNvSpPr/>
          <p:nvPr/>
        </p:nvSpPr>
        <p:spPr>
          <a:xfrm rot="-3448116">
            <a:off x="8295066" y="1542438"/>
            <a:ext cx="1748849" cy="10685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35"/>
          <p:cNvSpPr/>
          <p:nvPr/>
        </p:nvSpPr>
        <p:spPr>
          <a:xfrm>
            <a:off x="-357075" y="-22470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35"/>
          <p:cNvSpPr/>
          <p:nvPr/>
        </p:nvSpPr>
        <p:spPr>
          <a:xfrm rot="-7133060">
            <a:off x="-509593" y="2598405"/>
            <a:ext cx="1749256" cy="106877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35"/>
          <p:cNvSpPr/>
          <p:nvPr/>
        </p:nvSpPr>
        <p:spPr>
          <a:xfrm rot="-323959">
            <a:off x="8232091" y="4453206"/>
            <a:ext cx="1749115" cy="10686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35"/>
          <p:cNvSpPr/>
          <p:nvPr/>
        </p:nvSpPr>
        <p:spPr>
          <a:xfrm rot="-8493134">
            <a:off x="7546111" y="-714458"/>
            <a:ext cx="1749329" cy="106882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0" name="Google Shape;470;p35"/>
          <p:cNvGrpSpPr/>
          <p:nvPr/>
        </p:nvGrpSpPr>
        <p:grpSpPr>
          <a:xfrm rot="-400934">
            <a:off x="84239" y="-1490912"/>
            <a:ext cx="7753939" cy="10833054"/>
            <a:chOff x="6260625" y="2712350"/>
            <a:chExt cx="1146175" cy="1601325"/>
          </a:xfrm>
        </p:grpSpPr>
        <p:sp>
          <p:nvSpPr>
            <p:cNvPr id="471" name="Google Shape;471;p35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5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5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4" name="Google Shape;474;p35"/>
          <p:cNvGrpSpPr/>
          <p:nvPr/>
        </p:nvGrpSpPr>
        <p:grpSpPr>
          <a:xfrm rot="460823">
            <a:off x="639485" y="-711"/>
            <a:ext cx="8571368" cy="12073428"/>
            <a:chOff x="6949425" y="870600"/>
            <a:chExt cx="1155475" cy="1627575"/>
          </a:xfrm>
        </p:grpSpPr>
        <p:sp>
          <p:nvSpPr>
            <p:cNvPr id="475" name="Google Shape;475;p35"/>
            <p:cNvSpPr/>
            <p:nvPr/>
          </p:nvSpPr>
          <p:spPr>
            <a:xfrm>
              <a:off x="6949425" y="870600"/>
              <a:ext cx="1155475" cy="1627575"/>
            </a:xfrm>
            <a:custGeom>
              <a:avLst/>
              <a:gdLst/>
              <a:ahLst/>
              <a:cxnLst/>
              <a:rect l="l" t="t" r="r" b="b"/>
              <a:pathLst>
                <a:path w="46219" h="65103" extrusionOk="0">
                  <a:moveTo>
                    <a:pt x="39569" y="0"/>
                  </a:moveTo>
                  <a:cubicBezTo>
                    <a:pt x="39523" y="0"/>
                    <a:pt x="39477" y="2"/>
                    <a:pt x="39431" y="5"/>
                  </a:cubicBezTo>
                  <a:lnTo>
                    <a:pt x="1787" y="3042"/>
                  </a:lnTo>
                  <a:cubicBezTo>
                    <a:pt x="760" y="3131"/>
                    <a:pt x="1" y="4024"/>
                    <a:pt x="75" y="5051"/>
                  </a:cubicBezTo>
                  <a:lnTo>
                    <a:pt x="4779" y="63385"/>
                  </a:lnTo>
                  <a:cubicBezTo>
                    <a:pt x="4864" y="64366"/>
                    <a:pt x="5682" y="65102"/>
                    <a:pt x="6636" y="65102"/>
                  </a:cubicBezTo>
                  <a:cubicBezTo>
                    <a:pt x="6682" y="65102"/>
                    <a:pt x="6727" y="65101"/>
                    <a:pt x="6773" y="65097"/>
                  </a:cubicBezTo>
                  <a:lnTo>
                    <a:pt x="44432" y="62061"/>
                  </a:lnTo>
                  <a:cubicBezTo>
                    <a:pt x="45459" y="61971"/>
                    <a:pt x="46218" y="61078"/>
                    <a:pt x="46129" y="60051"/>
                  </a:cubicBezTo>
                  <a:lnTo>
                    <a:pt x="41440" y="1717"/>
                  </a:lnTo>
                  <a:cubicBezTo>
                    <a:pt x="41355" y="737"/>
                    <a:pt x="40537" y="0"/>
                    <a:pt x="39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5"/>
            <p:cNvSpPr/>
            <p:nvPr/>
          </p:nvSpPr>
          <p:spPr>
            <a:xfrm>
              <a:off x="7036875" y="942175"/>
              <a:ext cx="139950" cy="1552150"/>
            </a:xfrm>
            <a:custGeom>
              <a:avLst/>
              <a:gdLst/>
              <a:ahLst/>
              <a:cxnLst/>
              <a:rect l="l" t="t" r="r" b="b"/>
              <a:pathLst>
                <a:path w="5598" h="62086" extrusionOk="0">
                  <a:moveTo>
                    <a:pt x="596" y="0"/>
                  </a:moveTo>
                  <a:lnTo>
                    <a:pt x="1" y="45"/>
                  </a:lnTo>
                  <a:lnTo>
                    <a:pt x="5002" y="62085"/>
                  </a:lnTo>
                  <a:lnTo>
                    <a:pt x="5597" y="62041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7" name="Google Shape;477;p35"/>
          <p:cNvSpPr txBox="1">
            <a:spLocks noGrp="1"/>
          </p:cNvSpPr>
          <p:nvPr>
            <p:ph type="ctrTitle"/>
          </p:nvPr>
        </p:nvSpPr>
        <p:spPr>
          <a:xfrm rot="209237">
            <a:off x="3734054" y="888447"/>
            <a:ext cx="3274864" cy="69037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78" name="Google Shape;478;p35"/>
          <p:cNvSpPr txBox="1">
            <a:spLocks noGrp="1"/>
          </p:cNvSpPr>
          <p:nvPr>
            <p:ph type="subTitle" idx="1"/>
          </p:nvPr>
        </p:nvSpPr>
        <p:spPr>
          <a:xfrm rot="209466">
            <a:off x="3537381" y="1620421"/>
            <a:ext cx="3522537" cy="14138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79" name="Google Shape;479;p35"/>
          <p:cNvSpPr txBox="1"/>
          <p:nvPr/>
        </p:nvSpPr>
        <p:spPr>
          <a:xfrm>
            <a:off x="2726825" y="3482857"/>
            <a:ext cx="46104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CREDITS: This presentation template was created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, including icons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b="1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 </a:t>
            </a: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and infographics &amp; images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dirty="0">
              <a:solidFill>
                <a:schemeClr val="accent1"/>
              </a:solidFill>
              <a:latin typeface="Special Elite"/>
              <a:ea typeface="Special Elite"/>
              <a:cs typeface="Special Elite"/>
              <a:sym typeface="Special Elite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dk2"/>
        </a:solid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6"/>
          <p:cNvSpPr/>
          <p:nvPr/>
        </p:nvSpPr>
        <p:spPr>
          <a:xfrm rot="8996590">
            <a:off x="-1067434" y="-60085"/>
            <a:ext cx="1749194" cy="106873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36"/>
          <p:cNvSpPr/>
          <p:nvPr/>
        </p:nvSpPr>
        <p:spPr>
          <a:xfrm rot="-1049239">
            <a:off x="7873446" y="454612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36"/>
          <p:cNvSpPr/>
          <p:nvPr/>
        </p:nvSpPr>
        <p:spPr>
          <a:xfrm rot="-3705843">
            <a:off x="8331951" y="1340731"/>
            <a:ext cx="1749037" cy="106864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4" name="Google Shape;484;p36"/>
          <p:cNvGrpSpPr/>
          <p:nvPr/>
        </p:nvGrpSpPr>
        <p:grpSpPr>
          <a:xfrm rot="10273671">
            <a:off x="217120" y="-293383"/>
            <a:ext cx="9470444" cy="13231373"/>
            <a:chOff x="6260625" y="2712350"/>
            <a:chExt cx="1146175" cy="1601325"/>
          </a:xfrm>
        </p:grpSpPr>
        <p:sp>
          <p:nvSpPr>
            <p:cNvPr id="485" name="Google Shape;485;p36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6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6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8" name="Google Shape;488;p36"/>
          <p:cNvSpPr/>
          <p:nvPr/>
        </p:nvSpPr>
        <p:spPr>
          <a:xfrm rot="-8803004">
            <a:off x="5686615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36"/>
          <p:cNvSpPr/>
          <p:nvPr/>
        </p:nvSpPr>
        <p:spPr>
          <a:xfrm rot="-1954942" flipH="1">
            <a:off x="31965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_1">
    <p:bg>
      <p:bgPr>
        <a:solidFill>
          <a:schemeClr val="dk2"/>
        </a:solid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7"/>
          <p:cNvSpPr/>
          <p:nvPr/>
        </p:nvSpPr>
        <p:spPr>
          <a:xfrm rot="-8803004">
            <a:off x="4162615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37"/>
          <p:cNvSpPr/>
          <p:nvPr/>
        </p:nvSpPr>
        <p:spPr>
          <a:xfrm rot="5665293">
            <a:off x="-789192" y="4062093"/>
            <a:ext cx="1749184" cy="106873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37"/>
          <p:cNvSpPr/>
          <p:nvPr/>
        </p:nvSpPr>
        <p:spPr>
          <a:xfrm rot="-1049239">
            <a:off x="7873446" y="416512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7"/>
          <p:cNvSpPr/>
          <p:nvPr/>
        </p:nvSpPr>
        <p:spPr>
          <a:xfrm rot="-5400000">
            <a:off x="8255749" y="-10708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37"/>
          <p:cNvSpPr/>
          <p:nvPr/>
        </p:nvSpPr>
        <p:spPr>
          <a:xfrm rot="-1954942" flipH="1">
            <a:off x="44919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6" name="Google Shape;496;p37"/>
          <p:cNvGrpSpPr/>
          <p:nvPr/>
        </p:nvGrpSpPr>
        <p:grpSpPr>
          <a:xfrm rot="-393538">
            <a:off x="-522989" y="-7879675"/>
            <a:ext cx="9470363" cy="13231254"/>
            <a:chOff x="6260625" y="2712350"/>
            <a:chExt cx="1146175" cy="1601325"/>
          </a:xfrm>
        </p:grpSpPr>
        <p:sp>
          <p:nvSpPr>
            <p:cNvPr id="497" name="Google Shape;497;p37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7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7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bg>
      <p:bgPr>
        <a:solidFill>
          <a:schemeClr val="accent1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1"/>
          <p:cNvSpPr/>
          <p:nvPr/>
        </p:nvSpPr>
        <p:spPr>
          <a:xfrm rot="-8803004">
            <a:off x="1311492" y="-596389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31"/>
          <p:cNvSpPr/>
          <p:nvPr/>
        </p:nvSpPr>
        <p:spPr>
          <a:xfrm rot="9243454">
            <a:off x="-592793" y="90497"/>
            <a:ext cx="1749178" cy="106872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31"/>
          <p:cNvSpPr/>
          <p:nvPr/>
        </p:nvSpPr>
        <p:spPr>
          <a:xfrm rot="4712302">
            <a:off x="-546090" y="4303606"/>
            <a:ext cx="1748947" cy="106858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31"/>
          <p:cNvSpPr/>
          <p:nvPr/>
        </p:nvSpPr>
        <p:spPr>
          <a:xfrm rot="-2262248">
            <a:off x="8203522" y="4074196"/>
            <a:ext cx="1749095" cy="106867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31"/>
          <p:cNvSpPr txBox="1">
            <a:spLocks noGrp="1"/>
          </p:cNvSpPr>
          <p:nvPr>
            <p:ph type="subTitle" idx="1"/>
          </p:nvPr>
        </p:nvSpPr>
        <p:spPr>
          <a:xfrm>
            <a:off x="3446700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0" name="Google Shape;390;p31"/>
          <p:cNvSpPr txBox="1">
            <a:spLocks noGrp="1"/>
          </p:cNvSpPr>
          <p:nvPr>
            <p:ph type="subTitle" idx="2"/>
          </p:nvPr>
        </p:nvSpPr>
        <p:spPr>
          <a:xfrm>
            <a:off x="6173394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31"/>
          <p:cNvSpPr txBox="1">
            <a:spLocks noGrp="1"/>
          </p:cNvSpPr>
          <p:nvPr>
            <p:ph type="subTitle" idx="3"/>
          </p:nvPr>
        </p:nvSpPr>
        <p:spPr>
          <a:xfrm>
            <a:off x="3446700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2" name="Google Shape;392;p31"/>
          <p:cNvSpPr txBox="1">
            <a:spLocks noGrp="1"/>
          </p:cNvSpPr>
          <p:nvPr>
            <p:ph type="subTitle" idx="4"/>
          </p:nvPr>
        </p:nvSpPr>
        <p:spPr>
          <a:xfrm>
            <a:off x="6173394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31"/>
          <p:cNvSpPr txBox="1">
            <a:spLocks noGrp="1"/>
          </p:cNvSpPr>
          <p:nvPr>
            <p:ph type="subTitle" idx="5"/>
          </p:nvPr>
        </p:nvSpPr>
        <p:spPr>
          <a:xfrm>
            <a:off x="3446650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4" name="Google Shape;394;p31"/>
          <p:cNvSpPr txBox="1">
            <a:spLocks noGrp="1"/>
          </p:cNvSpPr>
          <p:nvPr>
            <p:ph type="subTitle" idx="6"/>
          </p:nvPr>
        </p:nvSpPr>
        <p:spPr>
          <a:xfrm>
            <a:off x="6173375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5" name="Google Shape;395;p31"/>
          <p:cNvSpPr txBox="1">
            <a:spLocks noGrp="1"/>
          </p:cNvSpPr>
          <p:nvPr>
            <p:ph type="subTitle" idx="7"/>
          </p:nvPr>
        </p:nvSpPr>
        <p:spPr>
          <a:xfrm>
            <a:off x="3446650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6" name="Google Shape;396;p31"/>
          <p:cNvSpPr txBox="1">
            <a:spLocks noGrp="1"/>
          </p:cNvSpPr>
          <p:nvPr>
            <p:ph type="subTitle" idx="8"/>
          </p:nvPr>
        </p:nvSpPr>
        <p:spPr>
          <a:xfrm>
            <a:off x="6173375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7" name="Google Shape;397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31"/>
          <p:cNvSpPr/>
          <p:nvPr/>
        </p:nvSpPr>
        <p:spPr>
          <a:xfrm rot="-1954942" flipH="1">
            <a:off x="5227098" y="491021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31"/>
          <p:cNvSpPr/>
          <p:nvPr/>
        </p:nvSpPr>
        <p:spPr>
          <a:xfrm rot="-5400000">
            <a:off x="8051131" y="42307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31"/>
          <p:cNvSpPr txBox="1">
            <a:spLocks noGrp="1"/>
          </p:cNvSpPr>
          <p:nvPr>
            <p:ph type="subTitle" idx="9"/>
          </p:nvPr>
        </p:nvSpPr>
        <p:spPr>
          <a:xfrm>
            <a:off x="719994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1" name="Google Shape;401;p31"/>
          <p:cNvSpPr txBox="1">
            <a:spLocks noGrp="1"/>
          </p:cNvSpPr>
          <p:nvPr>
            <p:ph type="subTitle" idx="13"/>
          </p:nvPr>
        </p:nvSpPr>
        <p:spPr>
          <a:xfrm>
            <a:off x="719994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31"/>
          <p:cNvSpPr txBox="1">
            <a:spLocks noGrp="1"/>
          </p:cNvSpPr>
          <p:nvPr>
            <p:ph type="subTitle" idx="14"/>
          </p:nvPr>
        </p:nvSpPr>
        <p:spPr>
          <a:xfrm>
            <a:off x="720000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03" name="Google Shape;403;p31"/>
          <p:cNvSpPr txBox="1">
            <a:spLocks noGrp="1"/>
          </p:cNvSpPr>
          <p:nvPr>
            <p:ph type="subTitle" idx="15"/>
          </p:nvPr>
        </p:nvSpPr>
        <p:spPr>
          <a:xfrm>
            <a:off x="720000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19342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bg>
      <p:bgPr>
        <a:solidFill>
          <a:schemeClr val="dk2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"/>
          <p:cNvSpPr/>
          <p:nvPr/>
        </p:nvSpPr>
        <p:spPr>
          <a:xfrm rot="-7461925" flipH="1">
            <a:off x="8408645" y="1233599"/>
            <a:ext cx="1749147" cy="106870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7"/>
          <p:cNvSpPr/>
          <p:nvPr/>
        </p:nvSpPr>
        <p:spPr>
          <a:xfrm rot="6122756">
            <a:off x="-792938" y="4234941"/>
            <a:ext cx="1749085" cy="106867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7"/>
          <p:cNvSpPr/>
          <p:nvPr/>
        </p:nvSpPr>
        <p:spPr>
          <a:xfrm rot="-2228693">
            <a:off x="8168268" y="3835041"/>
            <a:ext cx="1749245" cy="10687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7"/>
          <p:cNvSpPr/>
          <p:nvPr/>
        </p:nvSpPr>
        <p:spPr>
          <a:xfrm rot="10097674">
            <a:off x="-466956" y="-11245"/>
            <a:ext cx="1749222" cy="1068755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2" name="Google Shape;192;p17"/>
          <p:cNvGrpSpPr/>
          <p:nvPr/>
        </p:nvGrpSpPr>
        <p:grpSpPr>
          <a:xfrm rot="-491913">
            <a:off x="-10878" y="-380844"/>
            <a:ext cx="9470554" cy="13231501"/>
            <a:chOff x="6260625" y="2712350"/>
            <a:chExt cx="1146175" cy="1601325"/>
          </a:xfrm>
        </p:grpSpPr>
        <p:sp>
          <p:nvSpPr>
            <p:cNvPr id="193" name="Google Shape;193;p17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7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6" name="Google Shape;196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17"/>
          <p:cNvSpPr/>
          <p:nvPr/>
        </p:nvSpPr>
        <p:spPr>
          <a:xfrm rot="-1996996" flipH="1">
            <a:off x="2524617" y="4878143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1351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5" r:id="rId3"/>
    <p:sldLayoutId id="2147483658" r:id="rId4"/>
    <p:sldLayoutId id="2147483661" r:id="rId5"/>
    <p:sldLayoutId id="2147483669" r:id="rId6"/>
    <p:sldLayoutId id="2147483679" r:id="rId7"/>
    <p:sldLayoutId id="2147483681" r:id="rId8"/>
    <p:sldLayoutId id="2147483682" r:id="rId9"/>
    <p:sldLayoutId id="2147483683" r:id="rId10"/>
    <p:sldLayoutId id="2147483688" r:id="rId11"/>
    <p:sldLayoutId id="214748368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41"/>
          <p:cNvGrpSpPr/>
          <p:nvPr/>
        </p:nvGrpSpPr>
        <p:grpSpPr>
          <a:xfrm rot="-760393">
            <a:off x="2457501" y="659143"/>
            <a:ext cx="4821173" cy="3295457"/>
            <a:chOff x="8224325" y="1877325"/>
            <a:chExt cx="449175" cy="307025"/>
          </a:xfrm>
        </p:grpSpPr>
        <p:sp>
          <p:nvSpPr>
            <p:cNvPr id="511" name="Google Shape;511;p41"/>
            <p:cNvSpPr/>
            <p:nvPr/>
          </p:nvSpPr>
          <p:spPr>
            <a:xfrm>
              <a:off x="8224325" y="1877325"/>
              <a:ext cx="449175" cy="307025"/>
            </a:xfrm>
            <a:custGeom>
              <a:avLst/>
              <a:gdLst/>
              <a:ahLst/>
              <a:cxnLst/>
              <a:rect l="l" t="t" r="r" b="b"/>
              <a:pathLst>
                <a:path w="17967" h="12281" extrusionOk="0">
                  <a:moveTo>
                    <a:pt x="3111" y="0"/>
                  </a:moveTo>
                  <a:lnTo>
                    <a:pt x="938" y="1652"/>
                  </a:lnTo>
                  <a:lnTo>
                    <a:pt x="0" y="8246"/>
                  </a:lnTo>
                  <a:lnTo>
                    <a:pt x="1652" y="10434"/>
                  </a:lnTo>
                  <a:lnTo>
                    <a:pt x="14870" y="12280"/>
                  </a:lnTo>
                  <a:lnTo>
                    <a:pt x="17043" y="10643"/>
                  </a:lnTo>
                  <a:lnTo>
                    <a:pt x="17966" y="4034"/>
                  </a:lnTo>
                  <a:lnTo>
                    <a:pt x="16329" y="1861"/>
                  </a:lnTo>
                  <a:lnTo>
                    <a:pt x="31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512" name="Google Shape;512;p41"/>
            <p:cNvSpPr/>
            <p:nvPr/>
          </p:nvSpPr>
          <p:spPr>
            <a:xfrm>
              <a:off x="8231375" y="1886625"/>
              <a:ext cx="435050" cy="288775"/>
            </a:xfrm>
            <a:custGeom>
              <a:avLst/>
              <a:gdLst/>
              <a:ahLst/>
              <a:cxnLst/>
              <a:rect l="l" t="t" r="r" b="b"/>
              <a:pathLst>
                <a:path w="17402" h="11551" fill="none" extrusionOk="0">
                  <a:moveTo>
                    <a:pt x="1445" y="9705"/>
                  </a:moveTo>
                  <a:lnTo>
                    <a:pt x="1" y="7800"/>
                  </a:lnTo>
                  <a:lnTo>
                    <a:pt x="894" y="1429"/>
                  </a:lnTo>
                  <a:lnTo>
                    <a:pt x="2799" y="0"/>
                  </a:lnTo>
                  <a:lnTo>
                    <a:pt x="15972" y="1846"/>
                  </a:lnTo>
                  <a:lnTo>
                    <a:pt x="17401" y="3751"/>
                  </a:lnTo>
                  <a:lnTo>
                    <a:pt x="16508" y="10122"/>
                  </a:lnTo>
                  <a:lnTo>
                    <a:pt x="14618" y="11551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1488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513" name="Google Shape;513;p41"/>
            <p:cNvSpPr/>
            <p:nvPr/>
          </p:nvSpPr>
          <p:spPr>
            <a:xfrm>
              <a:off x="8254075" y="1907075"/>
              <a:ext cx="389650" cy="247500"/>
            </a:xfrm>
            <a:custGeom>
              <a:avLst/>
              <a:gdLst/>
              <a:ahLst/>
              <a:cxnLst/>
              <a:rect l="l" t="t" r="r" b="b"/>
              <a:pathLst>
                <a:path w="15586" h="9900" extrusionOk="0">
                  <a:moveTo>
                    <a:pt x="2234" y="1"/>
                  </a:moveTo>
                  <a:lnTo>
                    <a:pt x="805" y="1088"/>
                  </a:lnTo>
                  <a:lnTo>
                    <a:pt x="1" y="6759"/>
                  </a:lnTo>
                  <a:lnTo>
                    <a:pt x="1088" y="8173"/>
                  </a:lnTo>
                  <a:lnTo>
                    <a:pt x="13368" y="9899"/>
                  </a:lnTo>
                  <a:lnTo>
                    <a:pt x="14796" y="8828"/>
                  </a:lnTo>
                  <a:lnTo>
                    <a:pt x="15585" y="3157"/>
                  </a:lnTo>
                  <a:lnTo>
                    <a:pt x="14514" y="1728"/>
                  </a:lnTo>
                  <a:lnTo>
                    <a:pt x="22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515" name="Google Shape;515;p41"/>
          <p:cNvSpPr txBox="1">
            <a:spLocks noGrp="1"/>
          </p:cNvSpPr>
          <p:nvPr>
            <p:ph type="ctrTitle"/>
          </p:nvPr>
        </p:nvSpPr>
        <p:spPr>
          <a:xfrm rot="-283149">
            <a:off x="2858401" y="1314777"/>
            <a:ext cx="4011098" cy="1973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altLang="en-US" sz="4000" dirty="0"/>
              <a:t>Introduction to Object-Oriented Programming: Java</a:t>
            </a:r>
            <a:endParaRPr sz="4000" dirty="0"/>
          </a:p>
        </p:txBody>
      </p:sp>
      <p:grpSp>
        <p:nvGrpSpPr>
          <p:cNvPr id="602" name="Google Shape;602;p41"/>
          <p:cNvGrpSpPr/>
          <p:nvPr/>
        </p:nvGrpSpPr>
        <p:grpSpPr>
          <a:xfrm>
            <a:off x="1749478" y="952791"/>
            <a:ext cx="1422751" cy="1049964"/>
            <a:chOff x="6409858" y="765723"/>
            <a:chExt cx="1553730" cy="1146624"/>
          </a:xfrm>
        </p:grpSpPr>
        <p:grpSp>
          <p:nvGrpSpPr>
            <p:cNvPr id="603" name="Google Shape;603;p41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604" name="Google Shape;604;p41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41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6" name="Google Shape;606;p41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607" name="Google Shape;607;p41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662C26">
                  <a:alpha val="312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41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1" name="Google Shape;1162;p56">
            <a:extLst>
              <a:ext uri="{FF2B5EF4-FFF2-40B4-BE49-F238E27FC236}">
                <a16:creationId xmlns:a16="http://schemas.microsoft.com/office/drawing/2014/main" id="{1D01D9F1-042B-4F37-BD7D-65D56A7E7138}"/>
              </a:ext>
            </a:extLst>
          </p:cNvPr>
          <p:cNvGrpSpPr/>
          <p:nvPr/>
        </p:nvGrpSpPr>
        <p:grpSpPr>
          <a:xfrm rot="235971">
            <a:off x="6899074" y="2624521"/>
            <a:ext cx="1094784" cy="1564101"/>
            <a:chOff x="2545977" y="765737"/>
            <a:chExt cx="1317340" cy="1882063"/>
          </a:xfrm>
        </p:grpSpPr>
        <p:grpSp>
          <p:nvGrpSpPr>
            <p:cNvPr id="102" name="Google Shape;1163;p56">
              <a:extLst>
                <a:ext uri="{FF2B5EF4-FFF2-40B4-BE49-F238E27FC236}">
                  <a16:creationId xmlns:a16="http://schemas.microsoft.com/office/drawing/2014/main" id="{E205E7D0-1C1F-4311-9100-08F94FC1AF69}"/>
                </a:ext>
              </a:extLst>
            </p:cNvPr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09" name="Google Shape;1164;p56">
                <a:extLst>
                  <a:ext uri="{FF2B5EF4-FFF2-40B4-BE49-F238E27FC236}">
                    <a16:creationId xmlns:a16="http://schemas.microsoft.com/office/drawing/2014/main" id="{CEE6372F-0005-4BF8-B410-F68BBF82A6C2}"/>
                  </a:ext>
                </a:extLst>
              </p:cNvPr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65;p56">
                <a:extLst>
                  <a:ext uri="{FF2B5EF4-FFF2-40B4-BE49-F238E27FC236}">
                    <a16:creationId xmlns:a16="http://schemas.microsoft.com/office/drawing/2014/main" id="{3589FFFE-4FA2-494C-A024-B01D4EB5F69C}"/>
                  </a:ext>
                </a:extLst>
              </p:cNvPr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66;p56">
                <a:extLst>
                  <a:ext uri="{FF2B5EF4-FFF2-40B4-BE49-F238E27FC236}">
                    <a16:creationId xmlns:a16="http://schemas.microsoft.com/office/drawing/2014/main" id="{72CE383B-3FDE-442A-B077-EAAF30A87898}"/>
                  </a:ext>
                </a:extLst>
              </p:cNvPr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67;p56">
                <a:extLst>
                  <a:ext uri="{FF2B5EF4-FFF2-40B4-BE49-F238E27FC236}">
                    <a16:creationId xmlns:a16="http://schemas.microsoft.com/office/drawing/2014/main" id="{B4697377-C252-4517-B5CA-3D32B0458C11}"/>
                  </a:ext>
                </a:extLst>
              </p:cNvPr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68;p56">
                <a:extLst>
                  <a:ext uri="{FF2B5EF4-FFF2-40B4-BE49-F238E27FC236}">
                    <a16:creationId xmlns:a16="http://schemas.microsoft.com/office/drawing/2014/main" id="{012DCA13-73DE-45EA-B4DB-2A52FCF60F02}"/>
                  </a:ext>
                </a:extLst>
              </p:cNvPr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" name="Google Shape;1169;p56">
              <a:extLst>
                <a:ext uri="{FF2B5EF4-FFF2-40B4-BE49-F238E27FC236}">
                  <a16:creationId xmlns:a16="http://schemas.microsoft.com/office/drawing/2014/main" id="{5BB73C19-52B1-4D83-9C6D-C81966E87022}"/>
                </a:ext>
              </a:extLst>
            </p:cNvPr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04" name="Google Shape;1170;p56">
                <a:extLst>
                  <a:ext uri="{FF2B5EF4-FFF2-40B4-BE49-F238E27FC236}">
                    <a16:creationId xmlns:a16="http://schemas.microsoft.com/office/drawing/2014/main" id="{7ABCEA79-BD9D-4576-979D-307ECAF38C79}"/>
                  </a:ext>
                </a:extLst>
              </p:cNvPr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171;p56">
                <a:extLst>
                  <a:ext uri="{FF2B5EF4-FFF2-40B4-BE49-F238E27FC236}">
                    <a16:creationId xmlns:a16="http://schemas.microsoft.com/office/drawing/2014/main" id="{80F7D46B-7510-44BF-94BC-46055A90E4CA}"/>
                  </a:ext>
                </a:extLst>
              </p:cNvPr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172;p56">
                <a:extLst>
                  <a:ext uri="{FF2B5EF4-FFF2-40B4-BE49-F238E27FC236}">
                    <a16:creationId xmlns:a16="http://schemas.microsoft.com/office/drawing/2014/main" id="{80C39A46-F217-4DD6-94FE-E5ECF841EE12}"/>
                  </a:ext>
                </a:extLst>
              </p:cNvPr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173;p56">
                <a:extLst>
                  <a:ext uri="{FF2B5EF4-FFF2-40B4-BE49-F238E27FC236}">
                    <a16:creationId xmlns:a16="http://schemas.microsoft.com/office/drawing/2014/main" id="{3816B59C-1E76-4CC7-B77A-C2E0B8D03B2E}"/>
                  </a:ext>
                </a:extLst>
              </p:cNvPr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174;p56">
                <a:extLst>
                  <a:ext uri="{FF2B5EF4-FFF2-40B4-BE49-F238E27FC236}">
                    <a16:creationId xmlns:a16="http://schemas.microsoft.com/office/drawing/2014/main" id="{78827BD8-75E8-4D1E-96B6-F31D01C22611}"/>
                  </a:ext>
                </a:extLst>
              </p:cNvPr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4"/>
          <p:cNvSpPr/>
          <p:nvPr/>
        </p:nvSpPr>
        <p:spPr>
          <a:xfrm rot="-134914">
            <a:off x="1563609" y="807838"/>
            <a:ext cx="6208781" cy="3359283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9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4"/>
          <p:cNvSpPr/>
          <p:nvPr/>
        </p:nvSpPr>
        <p:spPr>
          <a:xfrm rot="2663860" flipH="1">
            <a:off x="6735478" y="354975"/>
            <a:ext cx="1475679" cy="983526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44"/>
          <p:cNvSpPr/>
          <p:nvPr/>
        </p:nvSpPr>
        <p:spPr>
          <a:xfrm rot="-8012153" flipH="1">
            <a:off x="1147366" y="3624392"/>
            <a:ext cx="1475728" cy="983543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44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altLang="en-US" sz="9600" dirty="0"/>
              <a:t>Chapter 2</a:t>
            </a:r>
            <a:endParaRPr dirty="0"/>
          </a:p>
        </p:txBody>
      </p:sp>
      <p:sp>
        <p:nvSpPr>
          <p:cNvPr id="645" name="Google Shape;645;p44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US" altLang="en-US" sz="3200" b="1" dirty="0"/>
              <a:t>Data, Variables, and Calculations</a:t>
            </a:r>
            <a:endParaRPr sz="3200" b="1" dirty="0"/>
          </a:p>
        </p:txBody>
      </p:sp>
      <p:grpSp>
        <p:nvGrpSpPr>
          <p:cNvPr id="646" name="Google Shape;646;p44"/>
          <p:cNvGrpSpPr/>
          <p:nvPr/>
        </p:nvGrpSpPr>
        <p:grpSpPr>
          <a:xfrm rot="386298" flipH="1">
            <a:off x="7232349" y="2425299"/>
            <a:ext cx="1348767" cy="2347183"/>
            <a:chOff x="5128299" y="1737793"/>
            <a:chExt cx="1422782" cy="2475987"/>
          </a:xfrm>
        </p:grpSpPr>
        <p:grpSp>
          <p:nvGrpSpPr>
            <p:cNvPr id="647" name="Google Shape;647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48" name="Google Shape;648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1" name="Google Shape;661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62" name="Google Shape;662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35243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Vocabulary, Concepts, and  Skills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00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42"/>
          <p:cNvSpPr/>
          <p:nvPr/>
        </p:nvSpPr>
        <p:spPr>
          <a:xfrm>
            <a:off x="612700" y="1185376"/>
            <a:ext cx="7913100" cy="3680135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VOCABULARY</a:t>
            </a:r>
            <a:endParaRPr dirty="0"/>
          </a:p>
        </p:txBody>
      </p:sp>
      <p:sp>
        <p:nvSpPr>
          <p:cNvPr id="619" name="Google Shape;619;p42"/>
          <p:cNvSpPr/>
          <p:nvPr/>
        </p:nvSpPr>
        <p:spPr>
          <a:xfrm rot="2369484" flipH="1">
            <a:off x="7614645" y="1036251"/>
            <a:ext cx="1395379" cy="626570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BE3D35F-F779-4EAD-9964-332587CDF1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1659892"/>
              </p:ext>
            </p:extLst>
          </p:nvPr>
        </p:nvGraphicFramePr>
        <p:xfrm>
          <a:off x="841593" y="1349536"/>
          <a:ext cx="7015473" cy="2966720"/>
        </p:xfrm>
        <a:graphic>
          <a:graphicData uri="http://schemas.openxmlformats.org/drawingml/2006/table">
            <a:tbl>
              <a:tblPr firstRow="1" bandRow="1">
                <a:tableStyleId>{2ABC2007-4194-44C9-A730-8082A69096D6}</a:tableStyleId>
              </a:tblPr>
              <a:tblGrid>
                <a:gridCol w="2319296">
                  <a:extLst>
                    <a:ext uri="{9D8B030D-6E8A-4147-A177-3AD203B41FA5}">
                      <a16:colId xmlns:a16="http://schemas.microsoft.com/office/drawing/2014/main" val="2268517981"/>
                    </a:ext>
                  </a:extLst>
                </a:gridCol>
                <a:gridCol w="2393244">
                  <a:extLst>
                    <a:ext uri="{9D8B030D-6E8A-4147-A177-3AD203B41FA5}">
                      <a16:colId xmlns:a16="http://schemas.microsoft.com/office/drawing/2014/main" val="853732172"/>
                    </a:ext>
                  </a:extLst>
                </a:gridCol>
                <a:gridCol w="2302933">
                  <a:extLst>
                    <a:ext uri="{9D8B030D-6E8A-4147-A177-3AD203B41FA5}">
                      <a16:colId xmlns:a16="http://schemas.microsoft.com/office/drawing/2014/main" val="18536222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Boolean data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Integer data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Character data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49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Floating point data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Variable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Declaring a variable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419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Identifier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Camel case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Initializing a Variable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30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Constant Variables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Scanner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import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45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Instantiating an object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Prompt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dirty="0"/>
                        <a:t>Operator precedence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482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dirty="0"/>
                        <a:t>Casting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dirty="0"/>
                        <a:t>The increment operator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dirty="0"/>
                        <a:t>The decrement operator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660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dirty="0"/>
                        <a:t>Method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dirty="0"/>
                        <a:t>Concatenating Strings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dirty="0"/>
                        <a:t>Output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4888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dirty="0"/>
                        <a:t>Graphics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dirty="0"/>
                        <a:t>Dialog Boxes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dirty="0"/>
                        <a:t>Syntax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04935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63"/>
          <p:cNvSpPr/>
          <p:nvPr/>
        </p:nvSpPr>
        <p:spPr>
          <a:xfrm rot="-51583">
            <a:off x="1322081" y="1210281"/>
            <a:ext cx="6997988" cy="3465689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6" name="Google Shape;1426;p63"/>
          <p:cNvSpPr/>
          <p:nvPr/>
        </p:nvSpPr>
        <p:spPr>
          <a:xfrm rot="368388" flipH="1">
            <a:off x="907814" y="752590"/>
            <a:ext cx="1475671" cy="983527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7" name="Google Shape;1427;p63"/>
          <p:cNvSpPr/>
          <p:nvPr/>
        </p:nvSpPr>
        <p:spPr>
          <a:xfrm rot="-9526585" flipH="1">
            <a:off x="4150346" y="4192931"/>
            <a:ext cx="1475686" cy="983555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8" name="Google Shape;1428;p6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CONCEPTS</a:t>
            </a:r>
            <a:endParaRPr dirty="0"/>
          </a:p>
        </p:txBody>
      </p:sp>
      <p:sp>
        <p:nvSpPr>
          <p:cNvPr id="1429" name="Google Shape;1429;p63"/>
          <p:cNvSpPr/>
          <p:nvPr/>
        </p:nvSpPr>
        <p:spPr>
          <a:xfrm>
            <a:off x="2436163" y="2535780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0" name="Google Shape;1430;p63"/>
          <p:cNvSpPr/>
          <p:nvPr/>
        </p:nvSpPr>
        <p:spPr>
          <a:xfrm>
            <a:off x="4481559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1" name="Google Shape;1431;p63"/>
          <p:cNvSpPr/>
          <p:nvPr/>
        </p:nvSpPr>
        <p:spPr>
          <a:xfrm>
            <a:off x="6526965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32" name="Google Shape;1432;p63"/>
          <p:cNvCxnSpPr>
            <a:stCxn id="1433" idx="6"/>
            <a:endCxn id="1429" idx="2"/>
          </p:cNvCxnSpPr>
          <p:nvPr/>
        </p:nvCxnSpPr>
        <p:spPr>
          <a:xfrm>
            <a:off x="1671163" y="2918280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4" name="Google Shape;1434;p63"/>
          <p:cNvCxnSpPr>
            <a:stCxn id="1429" idx="6"/>
            <a:endCxn id="1430" idx="2"/>
          </p:cNvCxnSpPr>
          <p:nvPr/>
        </p:nvCxnSpPr>
        <p:spPr>
          <a:xfrm>
            <a:off x="3201163" y="2918280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5" name="Google Shape;1435;p63"/>
          <p:cNvCxnSpPr>
            <a:stCxn id="1430" idx="6"/>
            <a:endCxn id="1431" idx="2"/>
          </p:cNvCxnSpPr>
          <p:nvPr/>
        </p:nvCxnSpPr>
        <p:spPr>
          <a:xfrm>
            <a:off x="5246559" y="2918292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6" name="Google Shape;1436;p63"/>
          <p:cNvCxnSpPr>
            <a:stCxn id="1431" idx="6"/>
            <a:endCxn id="1437" idx="2"/>
          </p:cNvCxnSpPr>
          <p:nvPr/>
        </p:nvCxnSpPr>
        <p:spPr>
          <a:xfrm>
            <a:off x="7291965" y="2918292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439" name="Google Shape;1439;p63"/>
          <p:cNvSpPr txBox="1"/>
          <p:nvPr/>
        </p:nvSpPr>
        <p:spPr>
          <a:xfrm>
            <a:off x="1561584" y="3278651"/>
            <a:ext cx="2648374" cy="1135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Java Math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1" name="Google Shape;1441;p63"/>
          <p:cNvSpPr txBox="1"/>
          <p:nvPr/>
        </p:nvSpPr>
        <p:spPr>
          <a:xfrm>
            <a:off x="5263668" y="3271522"/>
            <a:ext cx="2889874" cy="87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Objects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3" name="Google Shape;1443;p63"/>
          <p:cNvSpPr txBox="1"/>
          <p:nvPr/>
        </p:nvSpPr>
        <p:spPr>
          <a:xfrm>
            <a:off x="3945378" y="1607358"/>
            <a:ext cx="1837358" cy="8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 Types of Data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4" name="Google Shape;1444;p63"/>
          <p:cNvSpPr/>
          <p:nvPr/>
        </p:nvSpPr>
        <p:spPr>
          <a:xfrm>
            <a:off x="2522864" y="2603648"/>
            <a:ext cx="591634" cy="582552"/>
          </a:xfrm>
          <a:custGeom>
            <a:avLst/>
            <a:gdLst/>
            <a:ahLst/>
            <a:cxnLst/>
            <a:rect l="l" t="t" r="r" b="b"/>
            <a:pathLst>
              <a:path w="10814" h="10648" extrusionOk="0">
                <a:moveTo>
                  <a:pt x="5372" y="1066"/>
                </a:moveTo>
                <a:lnTo>
                  <a:pt x="5764" y="1780"/>
                </a:lnTo>
                <a:lnTo>
                  <a:pt x="5372" y="2173"/>
                </a:lnTo>
                <a:lnTo>
                  <a:pt x="4979" y="1780"/>
                </a:lnTo>
                <a:lnTo>
                  <a:pt x="5372" y="1066"/>
                </a:lnTo>
                <a:close/>
                <a:moveTo>
                  <a:pt x="2356" y="2066"/>
                </a:moveTo>
                <a:lnTo>
                  <a:pt x="3141" y="3654"/>
                </a:lnTo>
                <a:lnTo>
                  <a:pt x="3052" y="3796"/>
                </a:lnTo>
                <a:cubicBezTo>
                  <a:pt x="2987" y="3731"/>
                  <a:pt x="2903" y="3700"/>
                  <a:pt x="2820" y="3700"/>
                </a:cubicBezTo>
                <a:cubicBezTo>
                  <a:pt x="2720" y="3700"/>
                  <a:pt x="2620" y="3745"/>
                  <a:pt x="2552" y="3832"/>
                </a:cubicBezTo>
                <a:lnTo>
                  <a:pt x="1696" y="4867"/>
                </a:lnTo>
                <a:lnTo>
                  <a:pt x="982" y="4867"/>
                </a:lnTo>
                <a:lnTo>
                  <a:pt x="2356" y="2066"/>
                </a:lnTo>
                <a:close/>
                <a:moveTo>
                  <a:pt x="8458" y="2066"/>
                </a:moveTo>
                <a:lnTo>
                  <a:pt x="9832" y="4867"/>
                </a:lnTo>
                <a:lnTo>
                  <a:pt x="9047" y="4867"/>
                </a:lnTo>
                <a:lnTo>
                  <a:pt x="8173" y="3832"/>
                </a:lnTo>
                <a:cubicBezTo>
                  <a:pt x="8105" y="3745"/>
                  <a:pt x="8011" y="3700"/>
                  <a:pt x="7913" y="3700"/>
                </a:cubicBezTo>
                <a:cubicBezTo>
                  <a:pt x="7831" y="3700"/>
                  <a:pt x="7746" y="3731"/>
                  <a:pt x="7673" y="3796"/>
                </a:cubicBezTo>
                <a:lnTo>
                  <a:pt x="7638" y="3725"/>
                </a:lnTo>
                <a:lnTo>
                  <a:pt x="8458" y="2066"/>
                </a:lnTo>
                <a:close/>
                <a:moveTo>
                  <a:pt x="6121" y="2405"/>
                </a:moveTo>
                <a:cubicBezTo>
                  <a:pt x="6282" y="2708"/>
                  <a:pt x="7120" y="4207"/>
                  <a:pt x="7209" y="4367"/>
                </a:cubicBezTo>
                <a:lnTo>
                  <a:pt x="5907" y="5902"/>
                </a:lnTo>
                <a:cubicBezTo>
                  <a:pt x="5835" y="6009"/>
                  <a:pt x="5818" y="6134"/>
                  <a:pt x="5853" y="6241"/>
                </a:cubicBezTo>
                <a:lnTo>
                  <a:pt x="4890" y="6241"/>
                </a:lnTo>
                <a:cubicBezTo>
                  <a:pt x="4925" y="6134"/>
                  <a:pt x="4908" y="6009"/>
                  <a:pt x="4836" y="5902"/>
                </a:cubicBezTo>
                <a:lnTo>
                  <a:pt x="3516" y="4332"/>
                </a:lnTo>
                <a:cubicBezTo>
                  <a:pt x="3587" y="4278"/>
                  <a:pt x="3516" y="4403"/>
                  <a:pt x="4622" y="2405"/>
                </a:cubicBezTo>
                <a:lnTo>
                  <a:pt x="5122" y="2904"/>
                </a:lnTo>
                <a:cubicBezTo>
                  <a:pt x="5193" y="2976"/>
                  <a:pt x="5282" y="3011"/>
                  <a:pt x="5372" y="3011"/>
                </a:cubicBezTo>
                <a:cubicBezTo>
                  <a:pt x="5461" y="3011"/>
                  <a:pt x="5550" y="2976"/>
                  <a:pt x="5621" y="2904"/>
                </a:cubicBezTo>
                <a:lnTo>
                  <a:pt x="6121" y="2405"/>
                </a:lnTo>
                <a:close/>
                <a:moveTo>
                  <a:pt x="2820" y="4599"/>
                </a:moveTo>
                <a:lnTo>
                  <a:pt x="3819" y="5777"/>
                </a:lnTo>
                <a:lnTo>
                  <a:pt x="3516" y="5777"/>
                </a:lnTo>
                <a:cubicBezTo>
                  <a:pt x="3230" y="5777"/>
                  <a:pt x="3070" y="6116"/>
                  <a:pt x="3248" y="6330"/>
                </a:cubicBezTo>
                <a:lnTo>
                  <a:pt x="3873" y="7169"/>
                </a:lnTo>
                <a:lnTo>
                  <a:pt x="3516" y="7169"/>
                </a:lnTo>
                <a:cubicBezTo>
                  <a:pt x="3230" y="7169"/>
                  <a:pt x="3070" y="7490"/>
                  <a:pt x="3248" y="7722"/>
                </a:cubicBezTo>
                <a:lnTo>
                  <a:pt x="3873" y="8560"/>
                </a:lnTo>
                <a:lnTo>
                  <a:pt x="1785" y="8560"/>
                </a:lnTo>
                <a:lnTo>
                  <a:pt x="2410" y="7722"/>
                </a:lnTo>
                <a:cubicBezTo>
                  <a:pt x="2588" y="7490"/>
                  <a:pt x="2427" y="7169"/>
                  <a:pt x="2142" y="7169"/>
                </a:cubicBezTo>
                <a:lnTo>
                  <a:pt x="1785" y="7169"/>
                </a:lnTo>
                <a:lnTo>
                  <a:pt x="2410" y="6330"/>
                </a:lnTo>
                <a:cubicBezTo>
                  <a:pt x="2588" y="6116"/>
                  <a:pt x="2427" y="5777"/>
                  <a:pt x="2142" y="5777"/>
                </a:cubicBezTo>
                <a:lnTo>
                  <a:pt x="1839" y="5777"/>
                </a:lnTo>
                <a:cubicBezTo>
                  <a:pt x="1946" y="5634"/>
                  <a:pt x="2731" y="4706"/>
                  <a:pt x="2820" y="4599"/>
                </a:cubicBezTo>
                <a:close/>
                <a:moveTo>
                  <a:pt x="7923" y="4599"/>
                </a:moveTo>
                <a:cubicBezTo>
                  <a:pt x="8012" y="4706"/>
                  <a:pt x="8779" y="5634"/>
                  <a:pt x="8904" y="5777"/>
                </a:cubicBezTo>
                <a:lnTo>
                  <a:pt x="8601" y="5777"/>
                </a:lnTo>
                <a:cubicBezTo>
                  <a:pt x="8316" y="5777"/>
                  <a:pt x="8155" y="6116"/>
                  <a:pt x="8333" y="6330"/>
                </a:cubicBezTo>
                <a:lnTo>
                  <a:pt x="8958" y="7169"/>
                </a:lnTo>
                <a:lnTo>
                  <a:pt x="8601" y="7169"/>
                </a:lnTo>
                <a:cubicBezTo>
                  <a:pt x="8316" y="7169"/>
                  <a:pt x="8155" y="7490"/>
                  <a:pt x="8333" y="7722"/>
                </a:cubicBezTo>
                <a:lnTo>
                  <a:pt x="8958" y="8560"/>
                </a:lnTo>
                <a:lnTo>
                  <a:pt x="6870" y="8560"/>
                </a:lnTo>
                <a:lnTo>
                  <a:pt x="7495" y="7722"/>
                </a:lnTo>
                <a:cubicBezTo>
                  <a:pt x="7673" y="7490"/>
                  <a:pt x="7513" y="7169"/>
                  <a:pt x="7227" y="7169"/>
                </a:cubicBezTo>
                <a:lnTo>
                  <a:pt x="6870" y="7169"/>
                </a:lnTo>
                <a:lnTo>
                  <a:pt x="7495" y="6330"/>
                </a:lnTo>
                <a:cubicBezTo>
                  <a:pt x="7673" y="6116"/>
                  <a:pt x="7513" y="5777"/>
                  <a:pt x="7227" y="5777"/>
                </a:cubicBezTo>
                <a:lnTo>
                  <a:pt x="6924" y="5777"/>
                </a:lnTo>
                <a:lnTo>
                  <a:pt x="7923" y="4599"/>
                </a:lnTo>
                <a:close/>
                <a:moveTo>
                  <a:pt x="6174" y="6937"/>
                </a:moveTo>
                <a:lnTo>
                  <a:pt x="5907" y="7311"/>
                </a:lnTo>
                <a:cubicBezTo>
                  <a:pt x="5728" y="7543"/>
                  <a:pt x="5889" y="7864"/>
                  <a:pt x="6174" y="7864"/>
                </a:cubicBezTo>
                <a:lnTo>
                  <a:pt x="6531" y="7864"/>
                </a:lnTo>
                <a:lnTo>
                  <a:pt x="5907" y="8703"/>
                </a:lnTo>
                <a:cubicBezTo>
                  <a:pt x="5728" y="8917"/>
                  <a:pt x="5889" y="9256"/>
                  <a:pt x="6174" y="9256"/>
                </a:cubicBezTo>
                <a:lnTo>
                  <a:pt x="7566" y="9256"/>
                </a:lnTo>
                <a:lnTo>
                  <a:pt x="7566" y="9952"/>
                </a:lnTo>
                <a:lnTo>
                  <a:pt x="3177" y="9952"/>
                </a:lnTo>
                <a:lnTo>
                  <a:pt x="3177" y="9256"/>
                </a:lnTo>
                <a:lnTo>
                  <a:pt x="4569" y="9256"/>
                </a:lnTo>
                <a:cubicBezTo>
                  <a:pt x="4854" y="9256"/>
                  <a:pt x="5015" y="8917"/>
                  <a:pt x="4836" y="8703"/>
                </a:cubicBezTo>
                <a:lnTo>
                  <a:pt x="4212" y="7864"/>
                </a:lnTo>
                <a:lnTo>
                  <a:pt x="4569" y="7864"/>
                </a:lnTo>
                <a:cubicBezTo>
                  <a:pt x="4854" y="7864"/>
                  <a:pt x="5015" y="7543"/>
                  <a:pt x="4836" y="7311"/>
                </a:cubicBezTo>
                <a:lnTo>
                  <a:pt x="4569" y="6937"/>
                </a:lnTo>
                <a:close/>
                <a:moveTo>
                  <a:pt x="5372" y="0"/>
                </a:moveTo>
                <a:cubicBezTo>
                  <a:pt x="5251" y="0"/>
                  <a:pt x="5131" y="58"/>
                  <a:pt x="5068" y="174"/>
                </a:cubicBezTo>
                <a:lnTo>
                  <a:pt x="3552" y="2922"/>
                </a:lnTo>
                <a:lnTo>
                  <a:pt x="2659" y="1120"/>
                </a:lnTo>
                <a:cubicBezTo>
                  <a:pt x="2597" y="995"/>
                  <a:pt x="2472" y="933"/>
                  <a:pt x="2347" y="933"/>
                </a:cubicBezTo>
                <a:cubicBezTo>
                  <a:pt x="2222" y="933"/>
                  <a:pt x="2097" y="995"/>
                  <a:pt x="2035" y="1120"/>
                </a:cubicBezTo>
                <a:lnTo>
                  <a:pt x="108" y="5045"/>
                </a:lnTo>
                <a:cubicBezTo>
                  <a:pt x="1" y="5277"/>
                  <a:pt x="161" y="5545"/>
                  <a:pt x="429" y="5545"/>
                </a:cubicBezTo>
                <a:lnTo>
                  <a:pt x="1125" y="5545"/>
                </a:lnTo>
                <a:lnTo>
                  <a:pt x="822" y="5902"/>
                </a:lnTo>
                <a:cubicBezTo>
                  <a:pt x="643" y="6134"/>
                  <a:pt x="804" y="6473"/>
                  <a:pt x="1089" y="6473"/>
                </a:cubicBezTo>
                <a:lnTo>
                  <a:pt x="1446" y="6473"/>
                </a:lnTo>
                <a:lnTo>
                  <a:pt x="822" y="7311"/>
                </a:lnTo>
                <a:cubicBezTo>
                  <a:pt x="643" y="7543"/>
                  <a:pt x="804" y="7864"/>
                  <a:pt x="1089" y="7864"/>
                </a:cubicBezTo>
                <a:lnTo>
                  <a:pt x="1446" y="7864"/>
                </a:lnTo>
                <a:lnTo>
                  <a:pt x="822" y="8703"/>
                </a:lnTo>
                <a:cubicBezTo>
                  <a:pt x="643" y="8917"/>
                  <a:pt x="804" y="9256"/>
                  <a:pt x="1089" y="9256"/>
                </a:cubicBezTo>
                <a:lnTo>
                  <a:pt x="2481" y="9256"/>
                </a:lnTo>
                <a:lnTo>
                  <a:pt x="2481" y="9952"/>
                </a:lnTo>
                <a:lnTo>
                  <a:pt x="393" y="9952"/>
                </a:lnTo>
                <a:cubicBezTo>
                  <a:pt x="215" y="9952"/>
                  <a:pt x="54" y="10095"/>
                  <a:pt x="54" y="10291"/>
                </a:cubicBezTo>
                <a:cubicBezTo>
                  <a:pt x="54" y="10487"/>
                  <a:pt x="215" y="10648"/>
                  <a:pt x="393" y="10648"/>
                </a:cubicBezTo>
                <a:lnTo>
                  <a:pt x="10350" y="10648"/>
                </a:lnTo>
                <a:cubicBezTo>
                  <a:pt x="10528" y="10648"/>
                  <a:pt x="10689" y="10487"/>
                  <a:pt x="10689" y="10291"/>
                </a:cubicBezTo>
                <a:cubicBezTo>
                  <a:pt x="10689" y="10095"/>
                  <a:pt x="10528" y="9952"/>
                  <a:pt x="10350" y="9952"/>
                </a:cubicBezTo>
                <a:lnTo>
                  <a:pt x="8262" y="9952"/>
                </a:lnTo>
                <a:lnTo>
                  <a:pt x="8262" y="9256"/>
                </a:lnTo>
                <a:lnTo>
                  <a:pt x="9654" y="9256"/>
                </a:lnTo>
                <a:cubicBezTo>
                  <a:pt x="9939" y="9256"/>
                  <a:pt x="10100" y="8917"/>
                  <a:pt x="9921" y="8703"/>
                </a:cubicBezTo>
                <a:lnTo>
                  <a:pt x="9297" y="7864"/>
                </a:lnTo>
                <a:lnTo>
                  <a:pt x="9654" y="7864"/>
                </a:lnTo>
                <a:cubicBezTo>
                  <a:pt x="9939" y="7864"/>
                  <a:pt x="10100" y="7543"/>
                  <a:pt x="9921" y="7311"/>
                </a:cubicBezTo>
                <a:lnTo>
                  <a:pt x="9297" y="6473"/>
                </a:lnTo>
                <a:lnTo>
                  <a:pt x="9654" y="6473"/>
                </a:lnTo>
                <a:cubicBezTo>
                  <a:pt x="9939" y="6473"/>
                  <a:pt x="10100" y="6134"/>
                  <a:pt x="9921" y="5902"/>
                </a:cubicBezTo>
                <a:lnTo>
                  <a:pt x="9618" y="5545"/>
                </a:lnTo>
                <a:lnTo>
                  <a:pt x="10385" y="5545"/>
                </a:lnTo>
                <a:cubicBezTo>
                  <a:pt x="10635" y="5545"/>
                  <a:pt x="10814" y="5277"/>
                  <a:pt x="10689" y="5045"/>
                </a:cubicBezTo>
                <a:lnTo>
                  <a:pt x="8762" y="1120"/>
                </a:lnTo>
                <a:cubicBezTo>
                  <a:pt x="8699" y="995"/>
                  <a:pt x="8574" y="933"/>
                  <a:pt x="8449" y="933"/>
                </a:cubicBezTo>
                <a:cubicBezTo>
                  <a:pt x="8324" y="933"/>
                  <a:pt x="8200" y="995"/>
                  <a:pt x="8137" y="1120"/>
                </a:cubicBezTo>
                <a:lnTo>
                  <a:pt x="7227" y="2976"/>
                </a:lnTo>
                <a:lnTo>
                  <a:pt x="5675" y="174"/>
                </a:lnTo>
                <a:cubicBezTo>
                  <a:pt x="5612" y="58"/>
                  <a:pt x="5492" y="0"/>
                  <a:pt x="53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45" name="Google Shape;1445;p63"/>
          <p:cNvGrpSpPr/>
          <p:nvPr/>
        </p:nvGrpSpPr>
        <p:grpSpPr>
          <a:xfrm>
            <a:off x="6617560" y="2602909"/>
            <a:ext cx="583810" cy="584029"/>
            <a:chOff x="2790950" y="2362025"/>
            <a:chExt cx="266775" cy="266875"/>
          </a:xfrm>
        </p:grpSpPr>
        <p:sp>
          <p:nvSpPr>
            <p:cNvPr id="1446" name="Google Shape;1446;p63"/>
            <p:cNvSpPr/>
            <p:nvPr/>
          </p:nvSpPr>
          <p:spPr>
            <a:xfrm>
              <a:off x="2930125" y="2541900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6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6"/>
                    <a:pt x="3016" y="339"/>
                  </a:cubicBezTo>
                  <a:cubicBezTo>
                    <a:pt x="3016" y="161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7" name="Google Shape;1447;p63"/>
            <p:cNvSpPr/>
            <p:nvPr/>
          </p:nvSpPr>
          <p:spPr>
            <a:xfrm>
              <a:off x="2970725" y="2576700"/>
              <a:ext cx="34800" cy="17400"/>
            </a:xfrm>
            <a:custGeom>
              <a:avLst/>
              <a:gdLst/>
              <a:ahLst/>
              <a:cxnLst/>
              <a:rect l="l" t="t" r="r" b="b"/>
              <a:pathLst>
                <a:path w="1392" h="696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1053" y="696"/>
                  </a:lnTo>
                  <a:cubicBezTo>
                    <a:pt x="1231" y="696"/>
                    <a:pt x="1392" y="535"/>
                    <a:pt x="1392" y="339"/>
                  </a:cubicBezTo>
                  <a:cubicBezTo>
                    <a:pt x="1392" y="161"/>
                    <a:pt x="1231" y="0"/>
                    <a:pt x="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8" name="Google Shape;1448;p63"/>
            <p:cNvSpPr/>
            <p:nvPr/>
          </p:nvSpPr>
          <p:spPr>
            <a:xfrm>
              <a:off x="2790950" y="2362025"/>
              <a:ext cx="266775" cy="266875"/>
            </a:xfrm>
            <a:custGeom>
              <a:avLst/>
              <a:gdLst/>
              <a:ahLst/>
              <a:cxnLst/>
              <a:rect l="l" t="t" r="r" b="b"/>
              <a:pathLst>
                <a:path w="10671" h="10675" extrusionOk="0">
                  <a:moveTo>
                    <a:pt x="2427" y="2324"/>
                  </a:moveTo>
                  <a:cubicBezTo>
                    <a:pt x="3391" y="2324"/>
                    <a:pt x="4176" y="3092"/>
                    <a:pt x="4176" y="4055"/>
                  </a:cubicBezTo>
                  <a:cubicBezTo>
                    <a:pt x="4176" y="5019"/>
                    <a:pt x="3391" y="5804"/>
                    <a:pt x="2427" y="5804"/>
                  </a:cubicBezTo>
                  <a:cubicBezTo>
                    <a:pt x="1481" y="5804"/>
                    <a:pt x="696" y="5019"/>
                    <a:pt x="696" y="4055"/>
                  </a:cubicBezTo>
                  <a:cubicBezTo>
                    <a:pt x="696" y="3092"/>
                    <a:pt x="1481" y="2324"/>
                    <a:pt x="2427" y="2324"/>
                  </a:cubicBezTo>
                  <a:close/>
                  <a:moveTo>
                    <a:pt x="5219" y="696"/>
                  </a:moveTo>
                  <a:cubicBezTo>
                    <a:pt x="5309" y="696"/>
                    <a:pt x="5398" y="727"/>
                    <a:pt x="5460" y="790"/>
                  </a:cubicBezTo>
                  <a:lnTo>
                    <a:pt x="6888" y="2217"/>
                  </a:lnTo>
                  <a:cubicBezTo>
                    <a:pt x="6941" y="2289"/>
                    <a:pt x="7030" y="2324"/>
                    <a:pt x="7138" y="2324"/>
                  </a:cubicBezTo>
                  <a:lnTo>
                    <a:pt x="8244" y="2324"/>
                  </a:lnTo>
                  <a:cubicBezTo>
                    <a:pt x="9189" y="2324"/>
                    <a:pt x="9975" y="3092"/>
                    <a:pt x="9975" y="4055"/>
                  </a:cubicBezTo>
                  <a:cubicBezTo>
                    <a:pt x="9975" y="5019"/>
                    <a:pt x="9189" y="5804"/>
                    <a:pt x="8244" y="5804"/>
                  </a:cubicBezTo>
                  <a:lnTo>
                    <a:pt x="4140" y="5804"/>
                  </a:lnTo>
                  <a:cubicBezTo>
                    <a:pt x="4336" y="5607"/>
                    <a:pt x="4515" y="5358"/>
                    <a:pt x="4640" y="5108"/>
                  </a:cubicBezTo>
                  <a:lnTo>
                    <a:pt x="5906" y="5108"/>
                  </a:lnTo>
                  <a:cubicBezTo>
                    <a:pt x="6103" y="5108"/>
                    <a:pt x="6263" y="4947"/>
                    <a:pt x="6263" y="4751"/>
                  </a:cubicBezTo>
                  <a:cubicBezTo>
                    <a:pt x="6263" y="4555"/>
                    <a:pt x="6103" y="4412"/>
                    <a:pt x="5906" y="4412"/>
                  </a:cubicBezTo>
                  <a:lnTo>
                    <a:pt x="4854" y="4412"/>
                  </a:lnTo>
                  <a:cubicBezTo>
                    <a:pt x="4854" y="4287"/>
                    <a:pt x="4872" y="4180"/>
                    <a:pt x="4872" y="4055"/>
                  </a:cubicBezTo>
                  <a:cubicBezTo>
                    <a:pt x="4872" y="3377"/>
                    <a:pt x="4586" y="2753"/>
                    <a:pt x="4140" y="2324"/>
                  </a:cubicBezTo>
                  <a:lnTo>
                    <a:pt x="5157" y="2324"/>
                  </a:lnTo>
                  <a:cubicBezTo>
                    <a:pt x="5478" y="2324"/>
                    <a:pt x="5621" y="1950"/>
                    <a:pt x="5407" y="1718"/>
                  </a:cubicBezTo>
                  <a:lnTo>
                    <a:pt x="4979" y="1289"/>
                  </a:lnTo>
                  <a:cubicBezTo>
                    <a:pt x="4836" y="1147"/>
                    <a:pt x="4836" y="933"/>
                    <a:pt x="4979" y="790"/>
                  </a:cubicBezTo>
                  <a:cubicBezTo>
                    <a:pt x="5041" y="727"/>
                    <a:pt x="5130" y="696"/>
                    <a:pt x="5219" y="696"/>
                  </a:cubicBezTo>
                  <a:close/>
                  <a:moveTo>
                    <a:pt x="2427" y="6499"/>
                  </a:moveTo>
                  <a:cubicBezTo>
                    <a:pt x="3391" y="6499"/>
                    <a:pt x="4176" y="7285"/>
                    <a:pt x="4176" y="8230"/>
                  </a:cubicBezTo>
                  <a:cubicBezTo>
                    <a:pt x="4176" y="9194"/>
                    <a:pt x="3391" y="9979"/>
                    <a:pt x="2427" y="9979"/>
                  </a:cubicBezTo>
                  <a:cubicBezTo>
                    <a:pt x="1481" y="9979"/>
                    <a:pt x="696" y="9194"/>
                    <a:pt x="696" y="8230"/>
                  </a:cubicBezTo>
                  <a:cubicBezTo>
                    <a:pt x="696" y="7285"/>
                    <a:pt x="1481" y="6499"/>
                    <a:pt x="2427" y="6499"/>
                  </a:cubicBezTo>
                  <a:close/>
                  <a:moveTo>
                    <a:pt x="8244" y="6499"/>
                  </a:moveTo>
                  <a:cubicBezTo>
                    <a:pt x="9189" y="6499"/>
                    <a:pt x="9975" y="7285"/>
                    <a:pt x="9975" y="8230"/>
                  </a:cubicBezTo>
                  <a:cubicBezTo>
                    <a:pt x="9975" y="9194"/>
                    <a:pt x="9189" y="9979"/>
                    <a:pt x="8244" y="9979"/>
                  </a:cubicBezTo>
                  <a:lnTo>
                    <a:pt x="4140" y="9979"/>
                  </a:lnTo>
                  <a:cubicBezTo>
                    <a:pt x="4336" y="9783"/>
                    <a:pt x="4515" y="9551"/>
                    <a:pt x="4640" y="9283"/>
                  </a:cubicBezTo>
                  <a:lnTo>
                    <a:pt x="6138" y="9283"/>
                  </a:lnTo>
                  <a:cubicBezTo>
                    <a:pt x="6335" y="9283"/>
                    <a:pt x="6495" y="9122"/>
                    <a:pt x="6495" y="8926"/>
                  </a:cubicBezTo>
                  <a:cubicBezTo>
                    <a:pt x="6495" y="8748"/>
                    <a:pt x="6335" y="8587"/>
                    <a:pt x="6138" y="8587"/>
                  </a:cubicBezTo>
                  <a:lnTo>
                    <a:pt x="4854" y="8587"/>
                  </a:lnTo>
                  <a:cubicBezTo>
                    <a:pt x="4854" y="8462"/>
                    <a:pt x="4872" y="8355"/>
                    <a:pt x="4872" y="8230"/>
                  </a:cubicBezTo>
                  <a:cubicBezTo>
                    <a:pt x="4872" y="7552"/>
                    <a:pt x="4586" y="6946"/>
                    <a:pt x="4140" y="6499"/>
                  </a:cubicBezTo>
                  <a:close/>
                  <a:moveTo>
                    <a:pt x="5219" y="0"/>
                  </a:moveTo>
                  <a:cubicBezTo>
                    <a:pt x="4952" y="0"/>
                    <a:pt x="4684" y="103"/>
                    <a:pt x="4479" y="308"/>
                  </a:cubicBezTo>
                  <a:cubicBezTo>
                    <a:pt x="4104" y="665"/>
                    <a:pt x="4086" y="1218"/>
                    <a:pt x="4354" y="1628"/>
                  </a:cubicBezTo>
                  <a:lnTo>
                    <a:pt x="2427" y="1628"/>
                  </a:lnTo>
                  <a:cubicBezTo>
                    <a:pt x="1089" y="1628"/>
                    <a:pt x="0" y="2717"/>
                    <a:pt x="0" y="4055"/>
                  </a:cubicBezTo>
                  <a:cubicBezTo>
                    <a:pt x="0" y="4947"/>
                    <a:pt x="464" y="5714"/>
                    <a:pt x="1178" y="6143"/>
                  </a:cubicBezTo>
                  <a:cubicBezTo>
                    <a:pt x="464" y="6571"/>
                    <a:pt x="0" y="7356"/>
                    <a:pt x="0" y="8230"/>
                  </a:cubicBezTo>
                  <a:cubicBezTo>
                    <a:pt x="0" y="9586"/>
                    <a:pt x="1089" y="10675"/>
                    <a:pt x="2427" y="10675"/>
                  </a:cubicBezTo>
                  <a:lnTo>
                    <a:pt x="8244" y="10675"/>
                  </a:lnTo>
                  <a:cubicBezTo>
                    <a:pt x="9582" y="10675"/>
                    <a:pt x="10670" y="9586"/>
                    <a:pt x="10670" y="8230"/>
                  </a:cubicBezTo>
                  <a:cubicBezTo>
                    <a:pt x="10670" y="7356"/>
                    <a:pt x="10189" y="6571"/>
                    <a:pt x="9493" y="6143"/>
                  </a:cubicBezTo>
                  <a:cubicBezTo>
                    <a:pt x="10189" y="5714"/>
                    <a:pt x="10670" y="4947"/>
                    <a:pt x="10670" y="4055"/>
                  </a:cubicBezTo>
                  <a:cubicBezTo>
                    <a:pt x="10670" y="2717"/>
                    <a:pt x="9582" y="1628"/>
                    <a:pt x="8244" y="1628"/>
                  </a:cubicBezTo>
                  <a:lnTo>
                    <a:pt x="7280" y="1628"/>
                  </a:lnTo>
                  <a:lnTo>
                    <a:pt x="5960" y="308"/>
                  </a:lnTo>
                  <a:cubicBezTo>
                    <a:pt x="5755" y="103"/>
                    <a:pt x="5487" y="0"/>
                    <a:pt x="52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9" name="Google Shape;1449;p63"/>
            <p:cNvSpPr/>
            <p:nvPr/>
          </p:nvSpPr>
          <p:spPr>
            <a:xfrm>
              <a:off x="2825750" y="2541900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57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57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0" name="Google Shape;1450;p63"/>
            <p:cNvSpPr/>
            <p:nvPr/>
          </p:nvSpPr>
          <p:spPr>
            <a:xfrm>
              <a:off x="2930125" y="2437525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43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5"/>
                    <a:pt x="3016" y="339"/>
                  </a:cubicBezTo>
                  <a:cubicBezTo>
                    <a:pt x="3016" y="143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1" name="Google Shape;1451;p63"/>
            <p:cNvSpPr/>
            <p:nvPr/>
          </p:nvSpPr>
          <p:spPr>
            <a:xfrm>
              <a:off x="2970725" y="2472300"/>
              <a:ext cx="34800" cy="17425"/>
            </a:xfrm>
            <a:custGeom>
              <a:avLst/>
              <a:gdLst/>
              <a:ahLst/>
              <a:cxnLst/>
              <a:rect l="l" t="t" r="r" b="b"/>
              <a:pathLst>
                <a:path w="1392" h="697" extrusionOk="0">
                  <a:moveTo>
                    <a:pt x="339" y="1"/>
                  </a:moveTo>
                  <a:cubicBezTo>
                    <a:pt x="161" y="1"/>
                    <a:pt x="0" y="144"/>
                    <a:pt x="0" y="340"/>
                  </a:cubicBezTo>
                  <a:cubicBezTo>
                    <a:pt x="0" y="536"/>
                    <a:pt x="161" y="697"/>
                    <a:pt x="339" y="697"/>
                  </a:cubicBezTo>
                  <a:lnTo>
                    <a:pt x="1053" y="697"/>
                  </a:lnTo>
                  <a:cubicBezTo>
                    <a:pt x="1231" y="697"/>
                    <a:pt x="1392" y="536"/>
                    <a:pt x="1392" y="340"/>
                  </a:cubicBezTo>
                  <a:cubicBezTo>
                    <a:pt x="1392" y="144"/>
                    <a:pt x="1231" y="1"/>
                    <a:pt x="10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2" name="Google Shape;1452;p63"/>
            <p:cNvSpPr/>
            <p:nvPr/>
          </p:nvSpPr>
          <p:spPr>
            <a:xfrm>
              <a:off x="2825750" y="2437525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39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39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</p:grpSp>
      <p:sp>
        <p:nvSpPr>
          <p:cNvPr id="1453" name="Google Shape;1453;p63"/>
          <p:cNvSpPr/>
          <p:nvPr/>
        </p:nvSpPr>
        <p:spPr>
          <a:xfrm>
            <a:off x="4566298" y="2653680"/>
            <a:ext cx="595518" cy="482487"/>
          </a:xfrm>
          <a:custGeom>
            <a:avLst/>
            <a:gdLst/>
            <a:ahLst/>
            <a:cxnLst/>
            <a:rect l="l" t="t" r="r" b="b"/>
            <a:pathLst>
              <a:path w="10885" h="8819" extrusionOk="0">
                <a:moveTo>
                  <a:pt x="2534" y="932"/>
                </a:moveTo>
                <a:lnTo>
                  <a:pt x="3230" y="1860"/>
                </a:lnTo>
                <a:lnTo>
                  <a:pt x="1838" y="1860"/>
                </a:lnTo>
                <a:lnTo>
                  <a:pt x="2534" y="932"/>
                </a:lnTo>
                <a:close/>
                <a:moveTo>
                  <a:pt x="8333" y="932"/>
                </a:moveTo>
                <a:lnTo>
                  <a:pt x="9029" y="1860"/>
                </a:lnTo>
                <a:lnTo>
                  <a:pt x="7637" y="1860"/>
                </a:lnTo>
                <a:lnTo>
                  <a:pt x="8333" y="932"/>
                </a:lnTo>
                <a:close/>
                <a:moveTo>
                  <a:pt x="2534" y="2556"/>
                </a:moveTo>
                <a:lnTo>
                  <a:pt x="3587" y="3948"/>
                </a:lnTo>
                <a:lnTo>
                  <a:pt x="1499" y="3948"/>
                </a:lnTo>
                <a:lnTo>
                  <a:pt x="2534" y="2556"/>
                </a:lnTo>
                <a:close/>
                <a:moveTo>
                  <a:pt x="8333" y="2556"/>
                </a:moveTo>
                <a:lnTo>
                  <a:pt x="9386" y="3948"/>
                </a:lnTo>
                <a:lnTo>
                  <a:pt x="7298" y="3948"/>
                </a:lnTo>
                <a:lnTo>
                  <a:pt x="8333" y="2556"/>
                </a:lnTo>
                <a:close/>
                <a:moveTo>
                  <a:pt x="2891" y="4644"/>
                </a:moveTo>
                <a:lnTo>
                  <a:pt x="3926" y="6035"/>
                </a:lnTo>
                <a:lnTo>
                  <a:pt x="1142" y="6035"/>
                </a:lnTo>
                <a:lnTo>
                  <a:pt x="2195" y="4644"/>
                </a:lnTo>
                <a:close/>
                <a:moveTo>
                  <a:pt x="8690" y="4644"/>
                </a:moveTo>
                <a:lnTo>
                  <a:pt x="9725" y="6035"/>
                </a:lnTo>
                <a:lnTo>
                  <a:pt x="6941" y="6035"/>
                </a:lnTo>
                <a:lnTo>
                  <a:pt x="7994" y="4644"/>
                </a:lnTo>
                <a:close/>
                <a:moveTo>
                  <a:pt x="2891" y="6731"/>
                </a:moveTo>
                <a:lnTo>
                  <a:pt x="2891" y="8123"/>
                </a:lnTo>
                <a:lnTo>
                  <a:pt x="2195" y="8123"/>
                </a:lnTo>
                <a:lnTo>
                  <a:pt x="2195" y="6731"/>
                </a:lnTo>
                <a:close/>
                <a:moveTo>
                  <a:pt x="8690" y="6731"/>
                </a:moveTo>
                <a:lnTo>
                  <a:pt x="8690" y="8123"/>
                </a:lnTo>
                <a:lnTo>
                  <a:pt x="7994" y="8123"/>
                </a:lnTo>
                <a:lnTo>
                  <a:pt x="7994" y="6731"/>
                </a:lnTo>
                <a:close/>
                <a:moveTo>
                  <a:pt x="2534" y="0"/>
                </a:moveTo>
                <a:cubicBezTo>
                  <a:pt x="2427" y="0"/>
                  <a:pt x="2320" y="49"/>
                  <a:pt x="2249" y="147"/>
                </a:cubicBezTo>
                <a:lnTo>
                  <a:pt x="857" y="2003"/>
                </a:lnTo>
                <a:cubicBezTo>
                  <a:pt x="696" y="2235"/>
                  <a:pt x="857" y="2556"/>
                  <a:pt x="1142" y="2556"/>
                </a:cubicBezTo>
                <a:lnTo>
                  <a:pt x="1660" y="2556"/>
                </a:lnTo>
                <a:lnTo>
                  <a:pt x="518" y="4091"/>
                </a:lnTo>
                <a:cubicBezTo>
                  <a:pt x="339" y="4323"/>
                  <a:pt x="500" y="4644"/>
                  <a:pt x="803" y="4644"/>
                </a:cubicBezTo>
                <a:lnTo>
                  <a:pt x="1321" y="4644"/>
                </a:lnTo>
                <a:lnTo>
                  <a:pt x="161" y="6178"/>
                </a:lnTo>
                <a:cubicBezTo>
                  <a:pt x="0" y="6410"/>
                  <a:pt x="161" y="6731"/>
                  <a:pt x="446" y="6731"/>
                </a:cubicBezTo>
                <a:lnTo>
                  <a:pt x="1499" y="6731"/>
                </a:lnTo>
                <a:lnTo>
                  <a:pt x="1499" y="8123"/>
                </a:lnTo>
                <a:lnTo>
                  <a:pt x="1142" y="8123"/>
                </a:lnTo>
                <a:cubicBezTo>
                  <a:pt x="946" y="8123"/>
                  <a:pt x="803" y="8284"/>
                  <a:pt x="803" y="8480"/>
                </a:cubicBezTo>
                <a:cubicBezTo>
                  <a:pt x="803" y="8658"/>
                  <a:pt x="946" y="8819"/>
                  <a:pt x="1142" y="8819"/>
                </a:cubicBezTo>
                <a:lnTo>
                  <a:pt x="9725" y="8819"/>
                </a:lnTo>
                <a:cubicBezTo>
                  <a:pt x="9921" y="8819"/>
                  <a:pt x="10081" y="8658"/>
                  <a:pt x="10081" y="8480"/>
                </a:cubicBezTo>
                <a:cubicBezTo>
                  <a:pt x="10081" y="8284"/>
                  <a:pt x="9921" y="8123"/>
                  <a:pt x="9725" y="8123"/>
                </a:cubicBezTo>
                <a:lnTo>
                  <a:pt x="9386" y="8123"/>
                </a:lnTo>
                <a:lnTo>
                  <a:pt x="9386" y="6731"/>
                </a:lnTo>
                <a:lnTo>
                  <a:pt x="10420" y="6731"/>
                </a:lnTo>
                <a:cubicBezTo>
                  <a:pt x="10706" y="6731"/>
                  <a:pt x="10884" y="6410"/>
                  <a:pt x="10706" y="6178"/>
                </a:cubicBezTo>
                <a:lnTo>
                  <a:pt x="9546" y="4644"/>
                </a:lnTo>
                <a:lnTo>
                  <a:pt x="10081" y="4644"/>
                </a:lnTo>
                <a:cubicBezTo>
                  <a:pt x="10367" y="4644"/>
                  <a:pt x="10528" y="4323"/>
                  <a:pt x="10349" y="4091"/>
                </a:cubicBezTo>
                <a:lnTo>
                  <a:pt x="9207" y="2556"/>
                </a:lnTo>
                <a:lnTo>
                  <a:pt x="9725" y="2556"/>
                </a:lnTo>
                <a:cubicBezTo>
                  <a:pt x="10010" y="2556"/>
                  <a:pt x="10171" y="2235"/>
                  <a:pt x="10010" y="2003"/>
                </a:cubicBezTo>
                <a:lnTo>
                  <a:pt x="8618" y="147"/>
                </a:lnTo>
                <a:cubicBezTo>
                  <a:pt x="8547" y="49"/>
                  <a:pt x="8440" y="0"/>
                  <a:pt x="8335" y="0"/>
                </a:cubicBezTo>
                <a:cubicBezTo>
                  <a:pt x="8230" y="0"/>
                  <a:pt x="8128" y="49"/>
                  <a:pt x="8065" y="147"/>
                </a:cubicBezTo>
                <a:lnTo>
                  <a:pt x="6673" y="2003"/>
                </a:lnTo>
                <a:cubicBezTo>
                  <a:pt x="6495" y="2235"/>
                  <a:pt x="6656" y="2556"/>
                  <a:pt x="6941" y="2556"/>
                </a:cubicBezTo>
                <a:lnTo>
                  <a:pt x="7459" y="2556"/>
                </a:lnTo>
                <a:lnTo>
                  <a:pt x="6317" y="4091"/>
                </a:lnTo>
                <a:cubicBezTo>
                  <a:pt x="6138" y="4323"/>
                  <a:pt x="6317" y="4644"/>
                  <a:pt x="6602" y="4644"/>
                </a:cubicBezTo>
                <a:lnTo>
                  <a:pt x="7120" y="4644"/>
                </a:lnTo>
                <a:lnTo>
                  <a:pt x="5978" y="6178"/>
                </a:lnTo>
                <a:cubicBezTo>
                  <a:pt x="5799" y="6410"/>
                  <a:pt x="5960" y="6731"/>
                  <a:pt x="6245" y="6731"/>
                </a:cubicBezTo>
                <a:lnTo>
                  <a:pt x="7298" y="6731"/>
                </a:lnTo>
                <a:lnTo>
                  <a:pt x="7298" y="8123"/>
                </a:lnTo>
                <a:lnTo>
                  <a:pt x="3587" y="8123"/>
                </a:lnTo>
                <a:lnTo>
                  <a:pt x="3587" y="6731"/>
                </a:lnTo>
                <a:lnTo>
                  <a:pt x="4622" y="6731"/>
                </a:lnTo>
                <a:cubicBezTo>
                  <a:pt x="4907" y="6731"/>
                  <a:pt x="5068" y="6410"/>
                  <a:pt x="4907" y="6178"/>
                </a:cubicBezTo>
                <a:lnTo>
                  <a:pt x="3747" y="4644"/>
                </a:lnTo>
                <a:lnTo>
                  <a:pt x="4283" y="4644"/>
                </a:lnTo>
                <a:cubicBezTo>
                  <a:pt x="4568" y="4644"/>
                  <a:pt x="4729" y="4323"/>
                  <a:pt x="4550" y="4091"/>
                </a:cubicBezTo>
                <a:lnTo>
                  <a:pt x="3408" y="2556"/>
                </a:lnTo>
                <a:lnTo>
                  <a:pt x="3926" y="2556"/>
                </a:lnTo>
                <a:cubicBezTo>
                  <a:pt x="4211" y="2556"/>
                  <a:pt x="4372" y="2235"/>
                  <a:pt x="4211" y="2003"/>
                </a:cubicBezTo>
                <a:lnTo>
                  <a:pt x="2819" y="147"/>
                </a:lnTo>
                <a:cubicBezTo>
                  <a:pt x="2748" y="49"/>
                  <a:pt x="2641" y="0"/>
                  <a:pt x="25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54" name="Google Shape;1454;p63"/>
          <p:cNvGrpSpPr/>
          <p:nvPr/>
        </p:nvGrpSpPr>
        <p:grpSpPr>
          <a:xfrm rot="515396">
            <a:off x="7473076" y="789300"/>
            <a:ext cx="1026725" cy="757704"/>
            <a:chOff x="6409858" y="765723"/>
            <a:chExt cx="1553730" cy="1146624"/>
          </a:xfrm>
        </p:grpSpPr>
        <p:grpSp>
          <p:nvGrpSpPr>
            <p:cNvPr id="1455" name="Google Shape;1455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6" name="Google Shape;1456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8" name="Google Shape;1458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9" name="Google Shape;1459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B6DF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50"/>
          <p:cNvSpPr txBox="1">
            <a:spLocks noGrp="1"/>
          </p:cNvSpPr>
          <p:nvPr>
            <p:ph type="subTitle" idx="5"/>
          </p:nvPr>
        </p:nvSpPr>
        <p:spPr>
          <a:xfrm>
            <a:off x="3446650" y="12765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Performing Calculations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6" name="Google Shape;1016;p50"/>
          <p:cNvSpPr txBox="1">
            <a:spLocks noGrp="1"/>
          </p:cNvSpPr>
          <p:nvPr>
            <p:ph type="subTitle" idx="6"/>
          </p:nvPr>
        </p:nvSpPr>
        <p:spPr>
          <a:xfrm>
            <a:off x="6173375" y="12765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>
                <a:solidFill>
                  <a:srgbClr val="FFFFFF"/>
                </a:solidFill>
                <a:highlight>
                  <a:srgbClr val="00FFFF"/>
                </a:highlight>
              </a:rPr>
              <a:t>Using a Scanner</a:t>
            </a:r>
          </a:p>
        </p:txBody>
      </p:sp>
      <p:sp>
        <p:nvSpPr>
          <p:cNvPr id="1017" name="Google Shape;1017;p50"/>
          <p:cNvSpPr txBox="1">
            <a:spLocks noGrp="1"/>
          </p:cNvSpPr>
          <p:nvPr>
            <p:ph type="subTitle" idx="7"/>
          </p:nvPr>
        </p:nvSpPr>
        <p:spPr>
          <a:xfrm>
            <a:off x="3446650" y="30064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Using a Dialog Box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8" name="Google Shape;1018;p50"/>
          <p:cNvSpPr txBox="1">
            <a:spLocks noGrp="1"/>
          </p:cNvSpPr>
          <p:nvPr>
            <p:ph type="subTitle" idx="8"/>
          </p:nvPr>
        </p:nvSpPr>
        <p:spPr>
          <a:xfrm>
            <a:off x="6173375" y="30064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9" name="Google Shape;1019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SKILLS</a:t>
            </a:r>
            <a:endParaRPr dirty="0"/>
          </a:p>
        </p:txBody>
      </p:sp>
      <p:sp>
        <p:nvSpPr>
          <p:cNvPr id="1022" name="Google Shape;1022;p50"/>
          <p:cNvSpPr txBox="1">
            <a:spLocks noGrp="1"/>
          </p:cNvSpPr>
          <p:nvPr>
            <p:ph type="subTitle" idx="14"/>
          </p:nvPr>
        </p:nvSpPr>
        <p:spPr>
          <a:xfrm>
            <a:off x="720000" y="12765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Creating Variables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23" name="Google Shape;1023;p50"/>
          <p:cNvSpPr txBox="1">
            <a:spLocks noGrp="1"/>
          </p:cNvSpPr>
          <p:nvPr>
            <p:ph type="subTitle" idx="15"/>
          </p:nvPr>
        </p:nvSpPr>
        <p:spPr>
          <a:xfrm>
            <a:off x="720000" y="30064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grpSp>
        <p:nvGrpSpPr>
          <p:cNvPr id="1024" name="Google Shape;1024;p50"/>
          <p:cNvGrpSpPr/>
          <p:nvPr/>
        </p:nvGrpSpPr>
        <p:grpSpPr>
          <a:xfrm rot="-1523066">
            <a:off x="107751" y="828933"/>
            <a:ext cx="863325" cy="637118"/>
            <a:chOff x="6409858" y="765723"/>
            <a:chExt cx="1553730" cy="1146624"/>
          </a:xfrm>
        </p:grpSpPr>
        <p:grpSp>
          <p:nvGrpSpPr>
            <p:cNvPr id="1025" name="Google Shape;1025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26" name="Google Shape;1026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28" name="Google Shape;1028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29" name="Google Shape;1029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662C26">
                  <a:alpha val="312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31" name="Google Shape;1031;p50"/>
          <p:cNvGrpSpPr/>
          <p:nvPr/>
        </p:nvGrpSpPr>
        <p:grpSpPr>
          <a:xfrm rot="221632">
            <a:off x="8102977" y="103945"/>
            <a:ext cx="926083" cy="683432"/>
            <a:chOff x="6409858" y="765723"/>
            <a:chExt cx="1553730" cy="1146624"/>
          </a:xfrm>
        </p:grpSpPr>
        <p:grpSp>
          <p:nvGrpSpPr>
            <p:cNvPr id="1032" name="Google Shape;1032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33" name="Google Shape;1033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5" name="Google Shape;1035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36" name="Google Shape;1036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rgbClr val="FABC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4"/>
          <p:cNvSpPr/>
          <p:nvPr/>
        </p:nvSpPr>
        <p:spPr>
          <a:xfrm rot="-134914">
            <a:off x="1563609" y="807838"/>
            <a:ext cx="6208781" cy="3359283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9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4"/>
          <p:cNvSpPr/>
          <p:nvPr/>
        </p:nvSpPr>
        <p:spPr>
          <a:xfrm rot="2663860" flipH="1">
            <a:off x="6735478" y="354975"/>
            <a:ext cx="1475679" cy="983526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44"/>
          <p:cNvSpPr/>
          <p:nvPr/>
        </p:nvSpPr>
        <p:spPr>
          <a:xfrm rot="-8012153" flipH="1">
            <a:off x="1147366" y="3624392"/>
            <a:ext cx="1475728" cy="983543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44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altLang="en-US" sz="9600" dirty="0"/>
              <a:t>Chapter 2</a:t>
            </a:r>
            <a:endParaRPr dirty="0"/>
          </a:p>
        </p:txBody>
      </p:sp>
      <p:sp>
        <p:nvSpPr>
          <p:cNvPr id="645" name="Google Shape;645;p44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3200" b="1" dirty="0"/>
              <a:t>The Details</a:t>
            </a:r>
            <a:endParaRPr sz="3200" b="1" dirty="0"/>
          </a:p>
        </p:txBody>
      </p:sp>
      <p:grpSp>
        <p:nvGrpSpPr>
          <p:cNvPr id="646" name="Google Shape;646;p44"/>
          <p:cNvGrpSpPr/>
          <p:nvPr/>
        </p:nvGrpSpPr>
        <p:grpSpPr>
          <a:xfrm rot="386298" flipH="1">
            <a:off x="7232349" y="2425299"/>
            <a:ext cx="1348767" cy="2347183"/>
            <a:chOff x="5128299" y="1737793"/>
            <a:chExt cx="1422782" cy="2475987"/>
          </a:xfrm>
        </p:grpSpPr>
        <p:grpSp>
          <p:nvGrpSpPr>
            <p:cNvPr id="647" name="Google Shape;647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48" name="Google Shape;648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1" name="Google Shape;661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62" name="Google Shape;662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64559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Doing Calculations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819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Calculations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19" y="1181854"/>
            <a:ext cx="6218677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Many programs have calculations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When you do a calculation you often store the answer in a variable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code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    cost = </a:t>
            </a:r>
            <a:r>
              <a:rPr lang="en-US" sz="2600" b="1" dirty="0" err="1"/>
              <a:t>numberOfItems</a:t>
            </a:r>
            <a:r>
              <a:rPr lang="en-US" sz="2600" b="1" dirty="0"/>
              <a:t>*</a:t>
            </a:r>
            <a:r>
              <a:rPr lang="en-US" sz="2600" b="1" dirty="0" err="1"/>
              <a:t>unitCost</a:t>
            </a:r>
            <a:r>
              <a:rPr lang="en-US" sz="2600" b="1" dirty="0"/>
              <a:t>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multiplies two values together and stores the answer in the variable cost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That line is an assignment statement</a:t>
            </a:r>
          </a:p>
        </p:txBody>
      </p:sp>
    </p:spTree>
    <p:extLst>
      <p:ext uri="{BB962C8B-B14F-4D97-AF65-F5344CB8AC3E}">
        <p14:creationId xmlns:p14="http://schemas.microsoft.com/office/powerpoint/2010/main" val="1623866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Ideas about Calculations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28779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Java’s math operators are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+ to add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- to subtract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* to multiply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/ to divide, and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% to get the remainder from division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Java follows the rules of algebra to determine the order of operations</a:t>
            </a:r>
          </a:p>
        </p:txBody>
      </p:sp>
    </p:spTree>
    <p:extLst>
      <p:ext uri="{BB962C8B-B14F-4D97-AF65-F5344CB8AC3E}">
        <p14:creationId xmlns:p14="http://schemas.microsoft.com/office/powerpoint/2010/main" val="4101966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Looking into Calculations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Following the rules of algebra in this way is called operator precedence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6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Before doing a single calculation, Java converts operands to the type of the more precise variable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Some  types are int -&gt; float -&gt; double</a:t>
            </a:r>
          </a:p>
        </p:txBody>
      </p:sp>
    </p:spTree>
    <p:extLst>
      <p:ext uri="{BB962C8B-B14F-4D97-AF65-F5344CB8AC3E}">
        <p14:creationId xmlns:p14="http://schemas.microsoft.com/office/powerpoint/2010/main" val="375524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A Sample Calculation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	</a:t>
            </a:r>
            <a:r>
              <a:rPr lang="en-US" sz="2600" b="1" dirty="0"/>
              <a:t>int answer = 5 / 2 + 5 / 4.0;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What happens when Java executes the line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5 / 2 = 2 (integer math)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4 is converted to 4.0 for this calculation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 5.0 / 4.0 = 1.25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 Finally, answer = 2.0 + 1.25, or 3.25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 This is converted to the int 3</a:t>
            </a:r>
          </a:p>
        </p:txBody>
      </p:sp>
    </p:spTree>
    <p:extLst>
      <p:ext uri="{BB962C8B-B14F-4D97-AF65-F5344CB8AC3E}">
        <p14:creationId xmlns:p14="http://schemas.microsoft.com/office/powerpoint/2010/main" val="3614896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Focusing on Division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To divide in Java, use a slash (/)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Integer division is a bit unusual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int answer = 5 / 3;</a:t>
            </a:r>
          </a:p>
          <a:p>
            <a:pPr marL="1968500" lvl="3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The result is 1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double answer = 5/3;</a:t>
            </a:r>
          </a:p>
          <a:p>
            <a:pPr marL="1511300" lvl="2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The result is 1.0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Wait!  5/3 is about 1.666667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It’s not 1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3517894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Casting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08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530234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Casting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To solve this we can do one of two things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	</a:t>
            </a:r>
            <a:r>
              <a:rPr lang="en-US" sz="2600" b="1" dirty="0"/>
              <a:t>double answer = 5.0 / 3;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	double answer = (double) 5 / 3;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second line is called casting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converts 5 to double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Then it does the calculation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3136466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Using Shortcuts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09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247688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Java’s Shortcut Operators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 common thing to do is to keep a running total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Initialize:</a:t>
            </a:r>
          </a:p>
          <a:p>
            <a:pPr marL="1511300" lvl="2" indent="-457200">
              <a:buFont typeface="Arial" panose="020B0604020202020204" pitchFamily="34" charset="0"/>
              <a:buChar char="•"/>
            </a:pPr>
            <a:r>
              <a:rPr lang="en-US" sz="2400" b="1" dirty="0"/>
              <a:t>double </a:t>
            </a:r>
            <a:r>
              <a:rPr lang="en-US" sz="2400" b="1" dirty="0" err="1"/>
              <a:t>totalPurchases</a:t>
            </a:r>
            <a:r>
              <a:rPr lang="en-US" sz="2400" b="1" dirty="0"/>
              <a:t> = 0;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In the program:</a:t>
            </a:r>
          </a:p>
          <a:p>
            <a:pPr marL="1511300" lvl="2" indent="-457200" algn="l">
              <a:buFont typeface="Arial" panose="020B0604020202020204" pitchFamily="34" charset="0"/>
              <a:buChar char="•"/>
            </a:pPr>
            <a:r>
              <a:rPr lang="en-US" sz="2400" b="1" dirty="0" err="1"/>
              <a:t>totalPurchases</a:t>
            </a:r>
            <a:r>
              <a:rPr lang="en-US" sz="2400" b="1" dirty="0"/>
              <a:t> = </a:t>
            </a:r>
            <a:r>
              <a:rPr lang="en-US" sz="2400" b="1" dirty="0" err="1"/>
              <a:t>totalPurchases</a:t>
            </a:r>
            <a:r>
              <a:rPr lang="en-US" sz="2400" b="1" dirty="0"/>
              <a:t> +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400" b="1" dirty="0"/>
              <a:t>				</a:t>
            </a:r>
            <a:r>
              <a:rPr lang="en-US" sz="2400" b="1" dirty="0" err="1"/>
              <a:t>newPurchase</a:t>
            </a:r>
            <a:r>
              <a:rPr lang="en-US" sz="2400" b="1" dirty="0"/>
              <a:t>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Java has a shortcut for that line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	</a:t>
            </a:r>
            <a:r>
              <a:rPr lang="en-US" sz="2600" b="1" dirty="0" err="1"/>
              <a:t>totalPurchases</a:t>
            </a:r>
            <a:r>
              <a:rPr lang="en-US" sz="2600" b="1" dirty="0"/>
              <a:t> += </a:t>
            </a:r>
            <a:r>
              <a:rPr lang="en-US" sz="2600" b="1" dirty="0" err="1"/>
              <a:t>newPurchase</a:t>
            </a:r>
            <a:r>
              <a:rPr lang="en-US" sz="2600" b="1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6688373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More Java Shortcut Math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19" y="1181854"/>
            <a:ext cx="6218677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Counting items is a common task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Initialize:</a:t>
            </a:r>
          </a:p>
          <a:p>
            <a:pPr marL="1511300" lvl="2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int </a:t>
            </a:r>
            <a:r>
              <a:rPr lang="en-US" sz="2400" b="1" dirty="0" err="1"/>
              <a:t>numPurchases</a:t>
            </a:r>
            <a:r>
              <a:rPr lang="en-US" sz="2400" b="1" dirty="0"/>
              <a:t> = 0;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In the program:</a:t>
            </a:r>
          </a:p>
          <a:p>
            <a:pPr marL="1511300" lvl="2" indent="-457200" algn="l">
              <a:buFont typeface="Arial" panose="020B0604020202020204" pitchFamily="34" charset="0"/>
              <a:buChar char="•"/>
            </a:pPr>
            <a:r>
              <a:rPr lang="en-US" sz="2400" b="1" dirty="0" err="1"/>
              <a:t>numPurchases</a:t>
            </a:r>
            <a:r>
              <a:rPr lang="en-US" sz="2400" b="1" dirty="0"/>
              <a:t> = </a:t>
            </a:r>
            <a:r>
              <a:rPr lang="en-US" sz="2400" b="1" dirty="0" err="1"/>
              <a:t>numPurchases</a:t>
            </a:r>
            <a:r>
              <a:rPr lang="en-US" sz="2400" b="1" dirty="0"/>
              <a:t> + 1;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Java has a shortcut for that line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	</a:t>
            </a:r>
            <a:r>
              <a:rPr lang="en-US" sz="2600" b="1" dirty="0" err="1"/>
              <a:t>numPurchases</a:t>
            </a:r>
            <a:r>
              <a:rPr lang="en-US" sz="2600" b="1" dirty="0"/>
              <a:t> += 1;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java also allows -=, *=, /=, %=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Practice:  Let’s try #15, 16 on p. </a:t>
            </a:r>
            <a:r>
              <a:rPr lang="en-US" sz="2800" b="1"/>
              <a:t>76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10258502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More Shortcuts-The Increment Operator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To count items, you code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int counter = 0;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counter = counter + 1;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 The shortcut increment operator is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counter ++;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 You could also do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counter += 1;</a:t>
            </a:r>
          </a:p>
        </p:txBody>
      </p:sp>
    </p:spTree>
    <p:extLst>
      <p:ext uri="{BB962C8B-B14F-4D97-AF65-F5344CB8AC3E}">
        <p14:creationId xmlns:p14="http://schemas.microsoft.com/office/powerpoint/2010/main" val="29011025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516551" cy="590038"/>
          </a:xfrm>
        </p:spPr>
        <p:txBody>
          <a:bodyPr/>
          <a:lstStyle/>
          <a:p>
            <a:pPr algn="l"/>
            <a:r>
              <a:rPr lang="en-US" sz="3600" dirty="0"/>
              <a:t>Using that Operator in a Program</a:t>
            </a:r>
            <a:endParaRPr lang="en-US" sz="3300" dirty="0"/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book says this is not too useful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In fact, adding 1 is very common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That’s how we count!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In fact, this operator can be used in more ways, and that is very common and useful</a:t>
            </a:r>
          </a:p>
        </p:txBody>
      </p:sp>
    </p:spTree>
    <p:extLst>
      <p:ext uri="{BB962C8B-B14F-4D97-AF65-F5344CB8AC3E}">
        <p14:creationId xmlns:p14="http://schemas.microsoft.com/office/powerpoint/2010/main" val="11654458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Another Shortcut—The Decrement Operator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It’s similar for subtraction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These lines are the same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count = count – 1;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count--;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is the decrement operator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Let’s try #18 on p. 83</a:t>
            </a:r>
          </a:p>
        </p:txBody>
      </p:sp>
    </p:spTree>
    <p:extLst>
      <p:ext uri="{BB962C8B-B14F-4D97-AF65-F5344CB8AC3E}">
        <p14:creationId xmlns:p14="http://schemas.microsoft.com/office/powerpoint/2010/main" val="7786359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The Placement of Those Operators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There are two ways to increment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count++     or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++count;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These two lines do the same things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++ can also be used inside a statement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Then the order matters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9597990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A More Complicated Example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What will this example print?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int x=1, y;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 err="1"/>
              <a:t>System.out.println</a:t>
            </a:r>
            <a:r>
              <a:rPr lang="en-US" sz="2600" b="1" dirty="0"/>
              <a:t> ("x = " + x);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y = ++x   +   2;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 err="1"/>
              <a:t>System.out.println</a:t>
            </a:r>
            <a:r>
              <a:rPr lang="en-US" sz="2600" b="1" dirty="0"/>
              <a:t> ("x = " + x);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 err="1"/>
              <a:t>System.out.println</a:t>
            </a:r>
            <a:r>
              <a:rPr lang="en-US" sz="2600" b="1" dirty="0"/>
              <a:t> ("y = " + y);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y = x++   +   2;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 err="1"/>
              <a:t>System.out.println</a:t>
            </a:r>
            <a:r>
              <a:rPr lang="en-US" sz="2600" b="1" dirty="0"/>
              <a:t> ("x = " + x);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 err="1"/>
              <a:t>System.out.println</a:t>
            </a:r>
            <a:r>
              <a:rPr lang="en-US" sz="2600" b="1" dirty="0"/>
              <a:t> ("y = " + y);</a:t>
            </a:r>
          </a:p>
        </p:txBody>
      </p:sp>
    </p:spTree>
    <p:extLst>
      <p:ext uri="{BB962C8B-B14F-4D97-AF65-F5344CB8AC3E}">
        <p14:creationId xmlns:p14="http://schemas.microsoft.com/office/powerpoint/2010/main" val="520049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String Data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10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473241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Working with String Data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To declare (and initialize) String data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String </a:t>
            </a:r>
            <a:r>
              <a:rPr lang="en-US" sz="2600" b="1" dirty="0" err="1"/>
              <a:t>teamName</a:t>
            </a:r>
            <a:r>
              <a:rPr lang="en-US" sz="2600" b="1" dirty="0"/>
              <a:t> = “Redbirds”;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 picture of that String is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R is character 0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e is character 1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d is character 2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13119890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The String Class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Wait!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String starts with a capital letter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Our naming conventions say only classes start with capital letters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That means String should be a class</a:t>
            </a:r>
          </a:p>
          <a:p>
            <a:pPr marL="1511300" lvl="2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It is!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As a class, it has a thing and methods that operate on that thing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A method in Java is a procedure</a:t>
            </a:r>
          </a:p>
        </p:txBody>
      </p:sp>
    </p:spTree>
    <p:extLst>
      <p:ext uri="{BB962C8B-B14F-4D97-AF65-F5344CB8AC3E}">
        <p14:creationId xmlns:p14="http://schemas.microsoft.com/office/powerpoint/2010/main" val="10959165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String Methods-Concatenating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Concatenating strings means putting them end-to-end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 To concatenate strings, put a plus sign between them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 err="1"/>
              <a:t>System.out.print</a:t>
            </a:r>
            <a:r>
              <a:rPr lang="en-US" sz="2600" b="1" dirty="0"/>
              <a:t> (“The team is “ + </a:t>
            </a:r>
            <a:r>
              <a:rPr lang="en-US" sz="2600" b="1" dirty="0" err="1"/>
              <a:t>teamName</a:t>
            </a:r>
            <a:r>
              <a:rPr lang="en-US" sz="2600" b="1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9483961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String Methods-String Length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length() method tells a String’s length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 err="1"/>
              <a:t>System.out.print</a:t>
            </a:r>
            <a:r>
              <a:rPr lang="en-US" sz="2600" b="1" dirty="0"/>
              <a:t> (</a:t>
            </a:r>
            <a:r>
              <a:rPr lang="en-US" sz="2600" b="1" dirty="0" err="1"/>
              <a:t>teamName.length</a:t>
            </a:r>
            <a:r>
              <a:rPr lang="en-US" sz="2600" b="1" dirty="0"/>
              <a:t> ());</a:t>
            </a:r>
          </a:p>
        </p:txBody>
      </p:sp>
    </p:spTree>
    <p:extLst>
      <p:ext uri="{BB962C8B-B14F-4D97-AF65-F5344CB8AC3E}">
        <p14:creationId xmlns:p14="http://schemas.microsoft.com/office/powerpoint/2010/main" val="29814269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String methods-Substrings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To put part of a string into a variable, use the substring method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 err="1"/>
              <a:t>String.substring</a:t>
            </a:r>
            <a:r>
              <a:rPr lang="en-US" sz="2600" b="1" dirty="0"/>
              <a:t> (m, n)</a:t>
            </a:r>
          </a:p>
          <a:p>
            <a:pPr marL="1511300" lvl="2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m is first character</a:t>
            </a:r>
          </a:p>
          <a:p>
            <a:pPr marL="1511300" lvl="2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n is one past the last character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Another example is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 err="1"/>
              <a:t>System.out.println</a:t>
            </a:r>
            <a:r>
              <a:rPr lang="en-US" sz="2600" b="1" dirty="0"/>
              <a:t> (</a:t>
            </a:r>
            <a:r>
              <a:rPr lang="en-US" sz="2600" b="1" dirty="0" err="1"/>
              <a:t>teamName.substring</a:t>
            </a:r>
            <a:r>
              <a:rPr lang="en-US" sz="2600" b="1" dirty="0"/>
              <a:t>(0,3));</a:t>
            </a:r>
          </a:p>
          <a:p>
            <a:pPr marL="1511300" lvl="2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This prints Red</a:t>
            </a:r>
          </a:p>
        </p:txBody>
      </p:sp>
    </p:spTree>
    <p:extLst>
      <p:ext uri="{BB962C8B-B14F-4D97-AF65-F5344CB8AC3E}">
        <p14:creationId xmlns:p14="http://schemas.microsoft.com/office/powerpoint/2010/main" val="32603916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Printing Your Way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11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55383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Speaking of Printing…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You have complete control over what is printed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You can use </a:t>
            </a:r>
            <a:r>
              <a:rPr lang="en-US" sz="2600" b="1" dirty="0" err="1"/>
              <a:t>System.out.print</a:t>
            </a:r>
            <a:r>
              <a:rPr lang="en-US" sz="2600" b="1" dirty="0"/>
              <a:t> as an alternative to </a:t>
            </a:r>
            <a:r>
              <a:rPr lang="en-US" sz="2600" b="1" dirty="0" err="1"/>
              <a:t>System.out.println</a:t>
            </a:r>
            <a:endParaRPr lang="en-US" sz="26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print does not move the cursor along to the next line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The next thing that is printed will appear on the same line</a:t>
            </a:r>
          </a:p>
        </p:txBody>
      </p:sp>
    </p:spTree>
    <p:extLst>
      <p:ext uri="{BB962C8B-B14F-4D97-AF65-F5344CB8AC3E}">
        <p14:creationId xmlns:p14="http://schemas.microsoft.com/office/powerpoint/2010/main" val="6570095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Formatting Output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Again, you have complete control over what is printed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can use the </a:t>
            </a:r>
            <a:r>
              <a:rPr lang="en-US" sz="2800" b="1" dirty="0" err="1"/>
              <a:t>System.out.printf</a:t>
            </a:r>
            <a:r>
              <a:rPr lang="en-US" sz="2800" b="1" dirty="0"/>
              <a:t>() method to format output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This is just like the </a:t>
            </a:r>
            <a:r>
              <a:rPr lang="en-US" sz="2600" b="1" dirty="0" err="1"/>
              <a:t>printf</a:t>
            </a:r>
            <a:r>
              <a:rPr lang="en-US" sz="2600" b="1" dirty="0"/>
              <a:t>() function in C++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My examples will show numeric data, but </a:t>
            </a:r>
            <a:r>
              <a:rPr lang="en-US" sz="2800" b="1" dirty="0" err="1"/>
              <a:t>printf</a:t>
            </a:r>
            <a:r>
              <a:rPr lang="en-US" sz="2800" b="1" dirty="0"/>
              <a:t>() works with any kind of data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39350791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Using </a:t>
            </a:r>
            <a:r>
              <a:rPr lang="en-US" sz="3300" dirty="0" err="1"/>
              <a:t>printf</a:t>
            </a:r>
            <a:r>
              <a:rPr lang="en-US" sz="3300" dirty="0"/>
              <a:t> with Integer Data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If the int variable count has the value 22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 err="1"/>
              <a:t>System.out.printf</a:t>
            </a:r>
            <a:r>
              <a:rPr lang="en-US" sz="2600" b="1" dirty="0"/>
              <a:t> (“%5d”, count);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will print count in 5 spaces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means it will print as _ _ _ 2 2</a:t>
            </a:r>
          </a:p>
        </p:txBody>
      </p:sp>
    </p:spTree>
    <p:extLst>
      <p:ext uri="{BB962C8B-B14F-4D97-AF65-F5344CB8AC3E}">
        <p14:creationId xmlns:p14="http://schemas.microsoft.com/office/powerpoint/2010/main" val="23247048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576588" cy="590038"/>
          </a:xfrm>
        </p:spPr>
        <p:txBody>
          <a:bodyPr/>
          <a:lstStyle/>
          <a:p>
            <a:pPr algn="l"/>
            <a:r>
              <a:rPr lang="en-US" sz="3300" dirty="0"/>
              <a:t>Using </a:t>
            </a:r>
            <a:r>
              <a:rPr lang="en-US" sz="3300" dirty="0" err="1"/>
              <a:t>printf</a:t>
            </a:r>
            <a:r>
              <a:rPr lang="en-US" sz="3300" dirty="0"/>
              <a:t> with Floating Point Data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If the double variable price has the value 10.32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 err="1"/>
              <a:t>System.out.printf</a:t>
            </a:r>
            <a:r>
              <a:rPr lang="en-US" sz="2600" b="1" dirty="0"/>
              <a:t> (“%7.2f”, price);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will print _ _ 1 0 . 3 2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That’s 7 total spaces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And, 2 digits appear to the right of the decimal point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Numbers will be rounded off to fit</a:t>
            </a:r>
          </a:p>
        </p:txBody>
      </p:sp>
    </p:spTree>
    <p:extLst>
      <p:ext uri="{BB962C8B-B14F-4D97-AF65-F5344CB8AC3E}">
        <p14:creationId xmlns:p14="http://schemas.microsoft.com/office/powerpoint/2010/main" val="4899194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Using </a:t>
            </a:r>
            <a:r>
              <a:rPr lang="en-US" sz="3300" dirty="0" err="1"/>
              <a:t>printf</a:t>
            </a:r>
            <a:r>
              <a:rPr lang="en-US" sz="3300" dirty="0"/>
              <a:t> with Dollars and Cents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Suppose the double variable price has the value 10.32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If you want to print it as currency with a dollar sign, do this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	</a:t>
            </a:r>
            <a:r>
              <a:rPr lang="en-US" sz="2800" b="1" dirty="0" err="1"/>
              <a:t>System.out.printf</a:t>
            </a:r>
            <a:r>
              <a:rPr lang="en-US" sz="2800" b="1" dirty="0"/>
              <a:t> (“$%.2f”, price);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There is nothing between the % and decimal point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Again, numbers will be rounded off to fit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14627607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Escape Sequences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12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552080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More Printing Ideas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246716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Here are two versions of the same thing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 err="1"/>
              <a:t>System.out.println</a:t>
            </a:r>
            <a:r>
              <a:rPr lang="en-US" sz="2600" b="1" dirty="0"/>
              <a:t> (“The team is \n“ 			  + </a:t>
            </a:r>
            <a:r>
              <a:rPr lang="en-US" sz="2600" b="1" dirty="0" err="1"/>
              <a:t>teamName</a:t>
            </a:r>
            <a:r>
              <a:rPr lang="en-US" sz="2600" b="1" dirty="0"/>
              <a:t>);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AND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 err="1"/>
              <a:t>System.out.println</a:t>
            </a:r>
            <a:r>
              <a:rPr lang="en-US" sz="2600" b="1" dirty="0"/>
              <a:t> (“The team is “);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 err="1"/>
              <a:t>System.out.println</a:t>
            </a:r>
            <a:r>
              <a:rPr lang="en-US" sz="2600" b="1" dirty="0"/>
              <a:t> (</a:t>
            </a:r>
            <a:r>
              <a:rPr lang="en-US" sz="2600" b="1" dirty="0" err="1"/>
              <a:t>teamName</a:t>
            </a:r>
            <a:r>
              <a:rPr lang="en-US" sz="2600" b="1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9374484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Escape Sequences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What was that \n?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caused printing to start on a new line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It’s an example of an escape sequence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There several escape sequences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They all start with a backslash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See p. 91 for a list of them</a:t>
            </a:r>
          </a:p>
        </p:txBody>
      </p:sp>
    </p:spTree>
    <p:extLst>
      <p:ext uri="{BB962C8B-B14F-4D97-AF65-F5344CB8AC3E}">
        <p14:creationId xmlns:p14="http://schemas.microsoft.com/office/powerpoint/2010/main" val="33748453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Graphics Supplements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13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212483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Graphics Supplements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What does graphics mean?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Pictures on the screen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The opposite of graphics is text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Every chapter ends with a graphics supplement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 will talk about them near the end of the course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can (should!) check them out</a:t>
            </a:r>
          </a:p>
        </p:txBody>
      </p:sp>
    </p:spTree>
    <p:extLst>
      <p:ext uri="{BB962C8B-B14F-4D97-AF65-F5344CB8AC3E}">
        <p14:creationId xmlns:p14="http://schemas.microsoft.com/office/powerpoint/2010/main" val="3851162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Dialog Boxes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14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842956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Using Dialog Boxes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Dialog boxes are also a common way to ask questions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There are three types we will learn about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They all require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import </a:t>
            </a:r>
            <a:r>
              <a:rPr lang="en-US" sz="2600" b="1" dirty="0" err="1"/>
              <a:t>javax.swing.JOptionPane</a:t>
            </a:r>
            <a:r>
              <a:rPr lang="en-US" sz="2600" b="1" dirty="0"/>
              <a:t>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in order to use them</a:t>
            </a:r>
          </a:p>
        </p:txBody>
      </p:sp>
    </p:spTree>
    <p:extLst>
      <p:ext uri="{BB962C8B-B14F-4D97-AF65-F5344CB8AC3E}">
        <p14:creationId xmlns:p14="http://schemas.microsoft.com/office/powerpoint/2010/main" val="16242980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430803" cy="590038"/>
          </a:xfrm>
        </p:spPr>
        <p:txBody>
          <a:bodyPr/>
          <a:lstStyle/>
          <a:p>
            <a:pPr algn="l"/>
            <a:r>
              <a:rPr lang="en-US" sz="3300" dirty="0"/>
              <a:t>The </a:t>
            </a:r>
            <a:r>
              <a:rPr lang="en-US" sz="3300" dirty="0" err="1"/>
              <a:t>showMessageDialog</a:t>
            </a:r>
            <a:r>
              <a:rPr lang="en-US" sz="3300" dirty="0"/>
              <a:t> Dialog Box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19" y="1181854"/>
            <a:ext cx="662468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first dialog box is the </a:t>
            </a:r>
            <a:r>
              <a:rPr lang="en-US" sz="2800" b="1" dirty="0" err="1"/>
              <a:t>showMessageDialog</a:t>
            </a:r>
            <a:r>
              <a:rPr lang="en-US" sz="2800" b="1" dirty="0"/>
              <a:t> dialog box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merely displays a message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syntax is</a:t>
            </a:r>
          </a:p>
          <a:p>
            <a:pPr marL="1054100" lvl="1" indent="-457200">
              <a:buFont typeface="Arial" panose="020B0604020202020204" pitchFamily="34" charset="0"/>
              <a:buChar char="•"/>
            </a:pPr>
            <a:r>
              <a:rPr lang="en-US" sz="2600" b="1" dirty="0" err="1"/>
              <a:t>JOptionPane.showMessageDialog</a:t>
            </a:r>
            <a:r>
              <a:rPr lang="en-US" sz="2600" b="1" dirty="0"/>
              <a:t>(null,</a:t>
            </a:r>
          </a:p>
          <a:p>
            <a:pPr marL="596900" lvl="1" indent="0"/>
            <a:r>
              <a:rPr lang="en-US" sz="2600" b="1" dirty="0"/>
              <a:t>	                                            “Invalid input");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will display a dialog box with the message:   Invalid input</a:t>
            </a:r>
          </a:p>
        </p:txBody>
      </p:sp>
    </p:spTree>
    <p:extLst>
      <p:ext uri="{BB962C8B-B14F-4D97-AF65-F5344CB8AC3E}">
        <p14:creationId xmlns:p14="http://schemas.microsoft.com/office/powerpoint/2010/main" val="18449511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The </a:t>
            </a:r>
            <a:r>
              <a:rPr lang="en-US" sz="3300" dirty="0" err="1"/>
              <a:t>showConfirmDialog</a:t>
            </a:r>
            <a:r>
              <a:rPr lang="en-US" sz="3300" dirty="0"/>
              <a:t> Dialog Box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is used for asking yes/no questions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An example is 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int answer = </a:t>
            </a:r>
            <a:r>
              <a:rPr lang="en-US" sz="2400" b="1" dirty="0" err="1"/>
              <a:t>JOptionPane.showConfirmDialog</a:t>
            </a:r>
            <a:r>
              <a:rPr lang="en-US" sz="2400" b="1" dirty="0"/>
              <a:t> (null, “Do you want donuts for breakfast?", “Breakfast”, </a:t>
            </a:r>
            <a:r>
              <a:rPr lang="en-US" sz="2400" b="1" dirty="0" err="1"/>
              <a:t>JOptionPane.YES_NO_OPTION</a:t>
            </a:r>
            <a:r>
              <a:rPr lang="en-US" sz="2400" b="1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0932689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Checking the answer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28779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Follow with a statement to test if the person chose yes or no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if (answer ==</a:t>
            </a:r>
            <a:r>
              <a:rPr lang="en-US" sz="2400" b="1" dirty="0" err="1"/>
              <a:t>JOptionPane.YES_OPTION</a:t>
            </a:r>
            <a:r>
              <a:rPr lang="en-US" sz="2400" b="1" dirty="0"/>
              <a:t>)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15569600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The </a:t>
            </a:r>
            <a:r>
              <a:rPr lang="en-US" sz="3300" dirty="0" err="1"/>
              <a:t>showInputDialog</a:t>
            </a:r>
            <a:r>
              <a:rPr lang="en-US" sz="3300" dirty="0"/>
              <a:t> Dialog Box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19" y="1181854"/>
            <a:ext cx="6295273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dialog box reads input like a Scanner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Caution:  Input is read as a string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An example is 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String answer =               </a:t>
            </a:r>
            <a:r>
              <a:rPr lang="en-US" sz="2600" b="1" dirty="0" err="1"/>
              <a:t>JOptionPane.showInputDialog</a:t>
            </a:r>
            <a:r>
              <a:rPr lang="en-US" sz="2600" b="1" dirty="0"/>
              <a:t> (null, “How many donuts do you want?”);</a:t>
            </a:r>
          </a:p>
        </p:txBody>
      </p:sp>
    </p:spTree>
    <p:extLst>
      <p:ext uri="{BB962C8B-B14F-4D97-AF65-F5344CB8AC3E}">
        <p14:creationId xmlns:p14="http://schemas.microsoft.com/office/powerpoint/2010/main" val="10213302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Acting on that Answer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19" y="1181854"/>
            <a:ext cx="6295273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previous slide said</a:t>
            </a:r>
          </a:p>
          <a:p>
            <a:pPr marL="1054100" lvl="1" indent="-457200">
              <a:buFont typeface="Arial" panose="020B0604020202020204" pitchFamily="34" charset="0"/>
              <a:buChar char="•"/>
            </a:pPr>
            <a:r>
              <a:rPr lang="en-US" sz="2600" b="1" dirty="0"/>
              <a:t>Caution:  Input is read as a string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Processing this typically requires more code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For example, what if the answer is a number?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then have to convert it to a number</a:t>
            </a:r>
          </a:p>
        </p:txBody>
      </p:sp>
    </p:spTree>
    <p:extLst>
      <p:ext uri="{BB962C8B-B14F-4D97-AF65-F5344CB8AC3E}">
        <p14:creationId xmlns:p14="http://schemas.microsoft.com/office/powerpoint/2010/main" val="26077617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One Final Comment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19" y="1181854"/>
            <a:ext cx="6295273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If you use any of the dialog boxes, you must use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 err="1"/>
              <a:t>System.exit</a:t>
            </a:r>
            <a:r>
              <a:rPr lang="en-US" sz="2600" b="1" dirty="0"/>
              <a:t> (0);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To quit your program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If you simply close the window, your program will still be running, though you won’t see it or be able to interact </a:t>
            </a:r>
            <a:r>
              <a:rPr lang="en-US" sz="2800" b="1"/>
              <a:t>with it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6434844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6" name="Google Shape;2276;p75"/>
          <p:cNvGrpSpPr/>
          <p:nvPr/>
        </p:nvGrpSpPr>
        <p:grpSpPr>
          <a:xfrm rot="-266707">
            <a:off x="2893445" y="270003"/>
            <a:ext cx="4903570" cy="3351744"/>
            <a:chOff x="8224325" y="1877325"/>
            <a:chExt cx="449175" cy="307025"/>
          </a:xfrm>
        </p:grpSpPr>
        <p:sp>
          <p:nvSpPr>
            <p:cNvPr id="2277" name="Google Shape;2277;p75"/>
            <p:cNvSpPr/>
            <p:nvPr/>
          </p:nvSpPr>
          <p:spPr>
            <a:xfrm>
              <a:off x="8224325" y="1877325"/>
              <a:ext cx="449175" cy="307025"/>
            </a:xfrm>
            <a:custGeom>
              <a:avLst/>
              <a:gdLst/>
              <a:ahLst/>
              <a:cxnLst/>
              <a:rect l="l" t="t" r="r" b="b"/>
              <a:pathLst>
                <a:path w="17967" h="12281" extrusionOk="0">
                  <a:moveTo>
                    <a:pt x="3111" y="0"/>
                  </a:moveTo>
                  <a:lnTo>
                    <a:pt x="938" y="1652"/>
                  </a:lnTo>
                  <a:lnTo>
                    <a:pt x="0" y="8246"/>
                  </a:lnTo>
                  <a:lnTo>
                    <a:pt x="1652" y="10434"/>
                  </a:lnTo>
                  <a:lnTo>
                    <a:pt x="14870" y="12280"/>
                  </a:lnTo>
                  <a:lnTo>
                    <a:pt x="17043" y="10643"/>
                  </a:lnTo>
                  <a:lnTo>
                    <a:pt x="17966" y="4034"/>
                  </a:lnTo>
                  <a:lnTo>
                    <a:pt x="16329" y="1861"/>
                  </a:lnTo>
                  <a:lnTo>
                    <a:pt x="31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278" name="Google Shape;2278;p75"/>
            <p:cNvSpPr/>
            <p:nvPr/>
          </p:nvSpPr>
          <p:spPr>
            <a:xfrm>
              <a:off x="8231375" y="1886625"/>
              <a:ext cx="435050" cy="288775"/>
            </a:xfrm>
            <a:custGeom>
              <a:avLst/>
              <a:gdLst/>
              <a:ahLst/>
              <a:cxnLst/>
              <a:rect l="l" t="t" r="r" b="b"/>
              <a:pathLst>
                <a:path w="17402" h="11551" fill="none" extrusionOk="0">
                  <a:moveTo>
                    <a:pt x="1445" y="9705"/>
                  </a:moveTo>
                  <a:lnTo>
                    <a:pt x="1" y="7800"/>
                  </a:lnTo>
                  <a:lnTo>
                    <a:pt x="894" y="1429"/>
                  </a:lnTo>
                  <a:lnTo>
                    <a:pt x="2799" y="0"/>
                  </a:lnTo>
                  <a:lnTo>
                    <a:pt x="15972" y="1846"/>
                  </a:lnTo>
                  <a:lnTo>
                    <a:pt x="17401" y="3751"/>
                  </a:lnTo>
                  <a:lnTo>
                    <a:pt x="16508" y="10122"/>
                  </a:lnTo>
                  <a:lnTo>
                    <a:pt x="14618" y="11551"/>
                  </a:lnTo>
                  <a:close/>
                </a:path>
              </a:pathLst>
            </a:custGeom>
            <a:noFill/>
            <a:ln w="19050" cap="flat" cmpd="sng">
              <a:solidFill>
                <a:srgbClr val="F6EFD3"/>
              </a:solidFill>
              <a:prstDash val="solid"/>
              <a:miter lim="1488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279" name="Google Shape;2279;p75"/>
            <p:cNvSpPr/>
            <p:nvPr/>
          </p:nvSpPr>
          <p:spPr>
            <a:xfrm>
              <a:off x="8254075" y="1907075"/>
              <a:ext cx="389650" cy="247500"/>
            </a:xfrm>
            <a:custGeom>
              <a:avLst/>
              <a:gdLst/>
              <a:ahLst/>
              <a:cxnLst/>
              <a:rect l="l" t="t" r="r" b="b"/>
              <a:pathLst>
                <a:path w="15586" h="9900" extrusionOk="0">
                  <a:moveTo>
                    <a:pt x="2234" y="1"/>
                  </a:moveTo>
                  <a:lnTo>
                    <a:pt x="805" y="1088"/>
                  </a:lnTo>
                  <a:lnTo>
                    <a:pt x="1" y="6759"/>
                  </a:lnTo>
                  <a:lnTo>
                    <a:pt x="1088" y="8173"/>
                  </a:lnTo>
                  <a:lnTo>
                    <a:pt x="13368" y="9899"/>
                  </a:lnTo>
                  <a:lnTo>
                    <a:pt x="14796" y="8828"/>
                  </a:lnTo>
                  <a:lnTo>
                    <a:pt x="15585" y="3157"/>
                  </a:lnTo>
                  <a:lnTo>
                    <a:pt x="14514" y="1728"/>
                  </a:lnTo>
                  <a:lnTo>
                    <a:pt x="2234" y="1"/>
                  </a:lnTo>
                  <a:close/>
                </a:path>
              </a:pathLst>
            </a:custGeom>
            <a:solidFill>
              <a:srgbClr val="F6EF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2280" name="Google Shape;2280;p75"/>
          <p:cNvSpPr txBox="1">
            <a:spLocks noGrp="1"/>
          </p:cNvSpPr>
          <p:nvPr>
            <p:ph type="ctrTitle"/>
          </p:nvPr>
        </p:nvSpPr>
        <p:spPr>
          <a:xfrm rot="209237">
            <a:off x="3734054" y="888447"/>
            <a:ext cx="3274864" cy="69037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grpSp>
        <p:nvGrpSpPr>
          <p:cNvPr id="2282" name="Google Shape;2282;p75"/>
          <p:cNvGrpSpPr/>
          <p:nvPr/>
        </p:nvGrpSpPr>
        <p:grpSpPr>
          <a:xfrm rot="-486145">
            <a:off x="6834911" y="655577"/>
            <a:ext cx="1228053" cy="906280"/>
            <a:chOff x="6409858" y="765723"/>
            <a:chExt cx="1553730" cy="1146624"/>
          </a:xfrm>
        </p:grpSpPr>
        <p:grpSp>
          <p:nvGrpSpPr>
            <p:cNvPr id="2283" name="Google Shape;2283;p75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2284" name="Google Shape;2284;p75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43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Google Shape;2285;p75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43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6" name="Google Shape;2286;p75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2287" name="Google Shape;2287;p75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B6DFE7">
                  <a:alpha val="636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Google Shape;2288;p75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89" name="Google Shape;2289;p75"/>
          <p:cNvSpPr/>
          <p:nvPr/>
        </p:nvSpPr>
        <p:spPr>
          <a:xfrm>
            <a:off x="2271901" y="4201127"/>
            <a:ext cx="407383" cy="407383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14602" y="3500"/>
                </a:moveTo>
                <a:cubicBezTo>
                  <a:pt x="15137" y="3500"/>
                  <a:pt x="15682" y="3563"/>
                  <a:pt x="16247" y="3689"/>
                </a:cubicBezTo>
                <a:cubicBezTo>
                  <a:pt x="16179" y="4154"/>
                  <a:pt x="16095" y="4705"/>
                  <a:pt x="16033" y="5120"/>
                </a:cubicBezTo>
                <a:cubicBezTo>
                  <a:pt x="15810" y="5075"/>
                  <a:pt x="15484" y="5035"/>
                  <a:pt x="15150" y="5035"/>
                </a:cubicBezTo>
                <a:cubicBezTo>
                  <a:pt x="14968" y="5035"/>
                  <a:pt x="14783" y="5047"/>
                  <a:pt x="14611" y="5076"/>
                </a:cubicBezTo>
                <a:cubicBezTo>
                  <a:pt x="13536" y="5258"/>
                  <a:pt x="12918" y="5925"/>
                  <a:pt x="12918" y="6907"/>
                </a:cubicBezTo>
                <a:lnTo>
                  <a:pt x="12918" y="8819"/>
                </a:lnTo>
                <a:cubicBezTo>
                  <a:pt x="12918" y="9143"/>
                  <a:pt x="13180" y="9405"/>
                  <a:pt x="13504" y="9405"/>
                </a:cubicBezTo>
                <a:lnTo>
                  <a:pt x="15681" y="9405"/>
                </a:lnTo>
                <a:lnTo>
                  <a:pt x="15388" y="10576"/>
                </a:lnTo>
                <a:lnTo>
                  <a:pt x="13504" y="10576"/>
                </a:lnTo>
                <a:cubicBezTo>
                  <a:pt x="13180" y="10576"/>
                  <a:pt x="12918" y="10838"/>
                  <a:pt x="12918" y="11161"/>
                </a:cubicBezTo>
                <a:lnTo>
                  <a:pt x="12918" y="18811"/>
                </a:lnTo>
                <a:lnTo>
                  <a:pt x="11162" y="18811"/>
                </a:lnTo>
                <a:lnTo>
                  <a:pt x="11162" y="11161"/>
                </a:lnTo>
                <a:cubicBezTo>
                  <a:pt x="11162" y="10838"/>
                  <a:pt x="10900" y="10576"/>
                  <a:pt x="10576" y="10576"/>
                </a:cubicBezTo>
                <a:lnTo>
                  <a:pt x="9407" y="10576"/>
                </a:lnTo>
                <a:lnTo>
                  <a:pt x="9407" y="9405"/>
                </a:lnTo>
                <a:lnTo>
                  <a:pt x="10576" y="9405"/>
                </a:lnTo>
                <a:cubicBezTo>
                  <a:pt x="10900" y="9405"/>
                  <a:pt x="11162" y="9143"/>
                  <a:pt x="11162" y="8821"/>
                </a:cubicBezTo>
                <a:cubicBezTo>
                  <a:pt x="11162" y="7215"/>
                  <a:pt x="11162" y="6481"/>
                  <a:pt x="11162" y="6143"/>
                </a:cubicBezTo>
                <a:cubicBezTo>
                  <a:pt x="11162" y="5520"/>
                  <a:pt x="11163" y="4843"/>
                  <a:pt x="11770" y="4324"/>
                </a:cubicBezTo>
                <a:cubicBezTo>
                  <a:pt x="12234" y="3928"/>
                  <a:pt x="12823" y="3687"/>
                  <a:pt x="13628" y="3571"/>
                </a:cubicBezTo>
                <a:cubicBezTo>
                  <a:pt x="13950" y="3524"/>
                  <a:pt x="14274" y="3500"/>
                  <a:pt x="14602" y="3500"/>
                </a:cubicBezTo>
                <a:close/>
                <a:moveTo>
                  <a:pt x="17017" y="1170"/>
                </a:moveTo>
                <a:cubicBezTo>
                  <a:pt x="17990" y="1170"/>
                  <a:pt x="18811" y="1975"/>
                  <a:pt x="18811" y="2927"/>
                </a:cubicBezTo>
                <a:lnTo>
                  <a:pt x="18811" y="17056"/>
                </a:lnTo>
                <a:cubicBezTo>
                  <a:pt x="18811" y="18023"/>
                  <a:pt x="18024" y="18811"/>
                  <a:pt x="17056" y="18811"/>
                </a:cubicBezTo>
                <a:lnTo>
                  <a:pt x="14089" y="18811"/>
                </a:lnTo>
                <a:lnTo>
                  <a:pt x="14089" y="11747"/>
                </a:lnTo>
                <a:lnTo>
                  <a:pt x="15846" y="11747"/>
                </a:lnTo>
                <a:cubicBezTo>
                  <a:pt x="16115" y="11747"/>
                  <a:pt x="16348" y="11565"/>
                  <a:pt x="16414" y="11305"/>
                </a:cubicBezTo>
                <a:lnTo>
                  <a:pt x="16999" y="8963"/>
                </a:lnTo>
                <a:cubicBezTo>
                  <a:pt x="17042" y="8787"/>
                  <a:pt x="17003" y="8602"/>
                  <a:pt x="16893" y="8460"/>
                </a:cubicBezTo>
                <a:cubicBezTo>
                  <a:pt x="16782" y="8317"/>
                  <a:pt x="16612" y="8235"/>
                  <a:pt x="16431" y="8235"/>
                </a:cubicBezTo>
                <a:lnTo>
                  <a:pt x="14089" y="8235"/>
                </a:lnTo>
                <a:lnTo>
                  <a:pt x="14089" y="6909"/>
                </a:lnTo>
                <a:cubicBezTo>
                  <a:pt x="14089" y="6638"/>
                  <a:pt x="14144" y="6343"/>
                  <a:pt x="14808" y="6229"/>
                </a:cubicBezTo>
                <a:cubicBezTo>
                  <a:pt x="14936" y="6208"/>
                  <a:pt x="15061" y="6199"/>
                  <a:pt x="15182" y="6199"/>
                </a:cubicBezTo>
                <a:cubicBezTo>
                  <a:pt x="15552" y="6199"/>
                  <a:pt x="15890" y="6283"/>
                  <a:pt x="16198" y="6360"/>
                </a:cubicBezTo>
                <a:cubicBezTo>
                  <a:pt x="16304" y="6387"/>
                  <a:pt x="16415" y="6421"/>
                  <a:pt x="16532" y="6421"/>
                </a:cubicBezTo>
                <a:cubicBezTo>
                  <a:pt x="16632" y="6421"/>
                  <a:pt x="16736" y="6396"/>
                  <a:pt x="16847" y="6321"/>
                </a:cubicBezTo>
                <a:cubicBezTo>
                  <a:pt x="16983" y="6229"/>
                  <a:pt x="17074" y="6084"/>
                  <a:pt x="17098" y="5923"/>
                </a:cubicBezTo>
                <a:cubicBezTo>
                  <a:pt x="17098" y="5923"/>
                  <a:pt x="17362" y="4156"/>
                  <a:pt x="17482" y="3339"/>
                </a:cubicBezTo>
                <a:cubicBezTo>
                  <a:pt x="17525" y="3049"/>
                  <a:pt x="17346" y="2769"/>
                  <a:pt x="17063" y="2690"/>
                </a:cubicBezTo>
                <a:cubicBezTo>
                  <a:pt x="16267" y="2463"/>
                  <a:pt x="15346" y="2343"/>
                  <a:pt x="14504" y="2343"/>
                </a:cubicBezTo>
                <a:cubicBezTo>
                  <a:pt x="14137" y="2343"/>
                  <a:pt x="13786" y="2365"/>
                  <a:pt x="13467" y="2412"/>
                </a:cubicBezTo>
                <a:cubicBezTo>
                  <a:pt x="12434" y="2562"/>
                  <a:pt x="11646" y="2888"/>
                  <a:pt x="11009" y="3434"/>
                </a:cubicBezTo>
                <a:cubicBezTo>
                  <a:pt x="10121" y="4193"/>
                  <a:pt x="10010" y="5168"/>
                  <a:pt x="9999" y="5833"/>
                </a:cubicBezTo>
                <a:cubicBezTo>
                  <a:pt x="9999" y="5847"/>
                  <a:pt x="9999" y="7029"/>
                  <a:pt x="9999" y="8235"/>
                </a:cubicBezTo>
                <a:lnTo>
                  <a:pt x="8821" y="8235"/>
                </a:lnTo>
                <a:cubicBezTo>
                  <a:pt x="8497" y="8235"/>
                  <a:pt x="8236" y="8497"/>
                  <a:pt x="8236" y="8819"/>
                </a:cubicBezTo>
                <a:lnTo>
                  <a:pt x="8236" y="11161"/>
                </a:lnTo>
                <a:cubicBezTo>
                  <a:pt x="8236" y="11485"/>
                  <a:pt x="8497" y="11747"/>
                  <a:pt x="8821" y="11747"/>
                </a:cubicBezTo>
                <a:lnTo>
                  <a:pt x="9991" y="11747"/>
                </a:lnTo>
                <a:lnTo>
                  <a:pt x="9991" y="18811"/>
                </a:lnTo>
                <a:lnTo>
                  <a:pt x="2927" y="18811"/>
                </a:lnTo>
                <a:cubicBezTo>
                  <a:pt x="1959" y="18811"/>
                  <a:pt x="1172" y="18023"/>
                  <a:pt x="1172" y="17054"/>
                </a:cubicBezTo>
                <a:lnTo>
                  <a:pt x="1172" y="2927"/>
                </a:lnTo>
                <a:cubicBezTo>
                  <a:pt x="1172" y="1959"/>
                  <a:pt x="1959" y="1170"/>
                  <a:pt x="2927" y="1170"/>
                </a:cubicBezTo>
                <a:close/>
                <a:moveTo>
                  <a:pt x="2927" y="1"/>
                </a:moveTo>
                <a:cubicBezTo>
                  <a:pt x="1314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4" y="19982"/>
                  <a:pt x="2927" y="19982"/>
                </a:cubicBezTo>
                <a:lnTo>
                  <a:pt x="17054" y="19982"/>
                </a:lnTo>
                <a:cubicBezTo>
                  <a:pt x="18669" y="19982"/>
                  <a:pt x="19982" y="18669"/>
                  <a:pt x="19982" y="17056"/>
                </a:cubicBezTo>
                <a:lnTo>
                  <a:pt x="19982" y="2927"/>
                </a:lnTo>
                <a:cubicBezTo>
                  <a:pt x="19982" y="2145"/>
                  <a:pt x="19669" y="1409"/>
                  <a:pt x="19101" y="853"/>
                </a:cubicBezTo>
                <a:cubicBezTo>
                  <a:pt x="18538" y="303"/>
                  <a:pt x="17797" y="1"/>
                  <a:pt x="170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90" name="Google Shape;2290;p75"/>
          <p:cNvGrpSpPr/>
          <p:nvPr/>
        </p:nvGrpSpPr>
        <p:grpSpPr>
          <a:xfrm>
            <a:off x="2792442" y="4201065"/>
            <a:ext cx="407432" cy="407391"/>
            <a:chOff x="812101" y="2571761"/>
            <a:chExt cx="417066" cy="417024"/>
          </a:xfrm>
        </p:grpSpPr>
        <p:sp>
          <p:nvSpPr>
            <p:cNvPr id="2291" name="Google Shape;2291;p75"/>
            <p:cNvSpPr/>
            <p:nvPr/>
          </p:nvSpPr>
          <p:spPr>
            <a:xfrm>
              <a:off x="935084" y="2694744"/>
              <a:ext cx="171071" cy="171071"/>
            </a:xfrm>
            <a:custGeom>
              <a:avLst/>
              <a:gdLst/>
              <a:ahLst/>
              <a:cxnLst/>
              <a:rect l="l" t="t" r="r" b="b"/>
              <a:pathLst>
                <a:path w="8197" h="8197" extrusionOk="0">
                  <a:moveTo>
                    <a:pt x="4099" y="1171"/>
                  </a:moveTo>
                  <a:cubicBezTo>
                    <a:pt x="5712" y="1171"/>
                    <a:pt x="7027" y="2484"/>
                    <a:pt x="7027" y="4097"/>
                  </a:cubicBezTo>
                  <a:cubicBezTo>
                    <a:pt x="7027" y="5712"/>
                    <a:pt x="5712" y="7025"/>
                    <a:pt x="4099" y="7025"/>
                  </a:cubicBezTo>
                  <a:cubicBezTo>
                    <a:pt x="2486" y="7025"/>
                    <a:pt x="1171" y="5712"/>
                    <a:pt x="1171" y="4097"/>
                  </a:cubicBezTo>
                  <a:cubicBezTo>
                    <a:pt x="1171" y="2484"/>
                    <a:pt x="2486" y="1171"/>
                    <a:pt x="4099" y="1171"/>
                  </a:cubicBezTo>
                  <a:close/>
                  <a:moveTo>
                    <a:pt x="4099" y="0"/>
                  </a:moveTo>
                  <a:cubicBezTo>
                    <a:pt x="1840" y="0"/>
                    <a:pt x="0" y="1838"/>
                    <a:pt x="0" y="4097"/>
                  </a:cubicBezTo>
                  <a:cubicBezTo>
                    <a:pt x="0" y="6358"/>
                    <a:pt x="1840" y="8196"/>
                    <a:pt x="4099" y="8196"/>
                  </a:cubicBezTo>
                  <a:cubicBezTo>
                    <a:pt x="6358" y="8196"/>
                    <a:pt x="8196" y="6358"/>
                    <a:pt x="8196" y="4097"/>
                  </a:cubicBezTo>
                  <a:cubicBezTo>
                    <a:pt x="8196" y="1838"/>
                    <a:pt x="6358" y="0"/>
                    <a:pt x="40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75"/>
            <p:cNvSpPr/>
            <p:nvPr/>
          </p:nvSpPr>
          <p:spPr>
            <a:xfrm>
              <a:off x="860977" y="2620616"/>
              <a:ext cx="319311" cy="319290"/>
            </a:xfrm>
            <a:custGeom>
              <a:avLst/>
              <a:gdLst/>
              <a:ahLst/>
              <a:cxnLst/>
              <a:rect l="l" t="t" r="r" b="b"/>
              <a:pathLst>
                <a:path w="15300" h="15299" extrusionOk="0">
                  <a:moveTo>
                    <a:pt x="12333" y="1171"/>
                  </a:moveTo>
                  <a:cubicBezTo>
                    <a:pt x="13306" y="1171"/>
                    <a:pt x="14128" y="1994"/>
                    <a:pt x="14128" y="2967"/>
                  </a:cubicBezTo>
                  <a:lnTo>
                    <a:pt x="14128" y="12334"/>
                  </a:lnTo>
                  <a:cubicBezTo>
                    <a:pt x="14128" y="13307"/>
                    <a:pt x="13306" y="14129"/>
                    <a:pt x="12333" y="14129"/>
                  </a:cubicBezTo>
                  <a:lnTo>
                    <a:pt x="2968" y="14129"/>
                  </a:lnTo>
                  <a:cubicBezTo>
                    <a:pt x="1993" y="14129"/>
                    <a:pt x="1172" y="13307"/>
                    <a:pt x="1172" y="12334"/>
                  </a:cubicBezTo>
                  <a:lnTo>
                    <a:pt x="1172" y="2967"/>
                  </a:lnTo>
                  <a:cubicBezTo>
                    <a:pt x="1172" y="1994"/>
                    <a:pt x="1993" y="1171"/>
                    <a:pt x="2968" y="1171"/>
                  </a:cubicBezTo>
                  <a:close/>
                  <a:moveTo>
                    <a:pt x="2968" y="0"/>
                  </a:moveTo>
                  <a:cubicBezTo>
                    <a:pt x="1351" y="0"/>
                    <a:pt x="1" y="1346"/>
                    <a:pt x="1" y="2967"/>
                  </a:cubicBezTo>
                  <a:lnTo>
                    <a:pt x="1" y="12334"/>
                  </a:lnTo>
                  <a:cubicBezTo>
                    <a:pt x="1" y="13952"/>
                    <a:pt x="1349" y="15299"/>
                    <a:pt x="2968" y="15299"/>
                  </a:cubicBezTo>
                  <a:lnTo>
                    <a:pt x="12333" y="15299"/>
                  </a:lnTo>
                  <a:cubicBezTo>
                    <a:pt x="13953" y="15299"/>
                    <a:pt x="15299" y="13951"/>
                    <a:pt x="15299" y="12334"/>
                  </a:cubicBezTo>
                  <a:lnTo>
                    <a:pt x="15299" y="2967"/>
                  </a:lnTo>
                  <a:cubicBezTo>
                    <a:pt x="15299" y="1345"/>
                    <a:pt x="13948" y="0"/>
                    <a:pt x="123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75"/>
            <p:cNvSpPr/>
            <p:nvPr/>
          </p:nvSpPr>
          <p:spPr>
            <a:xfrm>
              <a:off x="812101" y="2571761"/>
              <a:ext cx="417066" cy="417024"/>
            </a:xfrm>
            <a:custGeom>
              <a:avLst/>
              <a:gdLst/>
              <a:ahLst/>
              <a:cxnLst/>
              <a:rect l="l" t="t" r="r" b="b"/>
              <a:pathLst>
                <a:path w="19984" h="19982" extrusionOk="0">
                  <a:moveTo>
                    <a:pt x="17056" y="1172"/>
                  </a:moveTo>
                  <a:cubicBezTo>
                    <a:pt x="18025" y="1172"/>
                    <a:pt x="18812" y="1959"/>
                    <a:pt x="18812" y="2927"/>
                  </a:cubicBezTo>
                  <a:lnTo>
                    <a:pt x="18812" y="17056"/>
                  </a:lnTo>
                  <a:cubicBezTo>
                    <a:pt x="18812" y="18023"/>
                    <a:pt x="18025" y="18811"/>
                    <a:pt x="17056" y="18811"/>
                  </a:cubicBezTo>
                  <a:lnTo>
                    <a:pt x="2928" y="18811"/>
                  </a:lnTo>
                  <a:cubicBezTo>
                    <a:pt x="1961" y="18811"/>
                    <a:pt x="1172" y="18023"/>
                    <a:pt x="1172" y="17056"/>
                  </a:cubicBezTo>
                  <a:lnTo>
                    <a:pt x="1172" y="2927"/>
                  </a:lnTo>
                  <a:cubicBezTo>
                    <a:pt x="1172" y="1959"/>
                    <a:pt x="1961" y="1172"/>
                    <a:pt x="2928" y="1172"/>
                  </a:cubicBezTo>
                  <a:close/>
                  <a:moveTo>
                    <a:pt x="2928" y="1"/>
                  </a:moveTo>
                  <a:cubicBezTo>
                    <a:pt x="1313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3" y="19982"/>
                    <a:pt x="2928" y="19982"/>
                  </a:cubicBezTo>
                  <a:lnTo>
                    <a:pt x="17056" y="19982"/>
                  </a:lnTo>
                  <a:cubicBezTo>
                    <a:pt x="18669" y="19982"/>
                    <a:pt x="19984" y="18669"/>
                    <a:pt x="19984" y="17056"/>
                  </a:cubicBezTo>
                  <a:lnTo>
                    <a:pt x="19984" y="2927"/>
                  </a:lnTo>
                  <a:cubicBezTo>
                    <a:pt x="19984" y="1313"/>
                    <a:pt x="18669" y="1"/>
                    <a:pt x="170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75"/>
            <p:cNvSpPr/>
            <p:nvPr/>
          </p:nvSpPr>
          <p:spPr>
            <a:xfrm>
              <a:off x="1081712" y="2670306"/>
              <a:ext cx="48878" cy="48898"/>
            </a:xfrm>
            <a:custGeom>
              <a:avLst/>
              <a:gdLst/>
              <a:ahLst/>
              <a:cxnLst/>
              <a:rect l="l" t="t" r="r" b="b"/>
              <a:pathLst>
                <a:path w="2342" h="2343" extrusionOk="0">
                  <a:moveTo>
                    <a:pt x="1170" y="0"/>
                  </a:moveTo>
                  <a:cubicBezTo>
                    <a:pt x="524" y="0"/>
                    <a:pt x="1" y="526"/>
                    <a:pt x="1" y="1171"/>
                  </a:cubicBezTo>
                  <a:cubicBezTo>
                    <a:pt x="1" y="1817"/>
                    <a:pt x="524" y="2342"/>
                    <a:pt x="1170" y="2342"/>
                  </a:cubicBezTo>
                  <a:cubicBezTo>
                    <a:pt x="1816" y="2342"/>
                    <a:pt x="2341" y="1817"/>
                    <a:pt x="2341" y="1171"/>
                  </a:cubicBezTo>
                  <a:cubicBezTo>
                    <a:pt x="2341" y="526"/>
                    <a:pt x="1816" y="0"/>
                    <a:pt x="11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95" name="Google Shape;2295;p75"/>
          <p:cNvGrpSpPr/>
          <p:nvPr/>
        </p:nvGrpSpPr>
        <p:grpSpPr>
          <a:xfrm>
            <a:off x="3313036" y="4201065"/>
            <a:ext cx="407391" cy="407391"/>
            <a:chOff x="1323129" y="2571761"/>
            <a:chExt cx="417024" cy="417024"/>
          </a:xfrm>
        </p:grpSpPr>
        <p:sp>
          <p:nvSpPr>
            <p:cNvPr id="2296" name="Google Shape;2296;p75"/>
            <p:cNvSpPr/>
            <p:nvPr/>
          </p:nvSpPr>
          <p:spPr>
            <a:xfrm>
              <a:off x="1385007" y="2719183"/>
              <a:ext cx="73337" cy="219907"/>
            </a:xfrm>
            <a:custGeom>
              <a:avLst/>
              <a:gdLst/>
              <a:ahLst/>
              <a:cxnLst/>
              <a:rect l="l" t="t" r="r" b="b"/>
              <a:pathLst>
                <a:path w="3514" h="10537" extrusionOk="0">
                  <a:moveTo>
                    <a:pt x="2342" y="1171"/>
                  </a:moveTo>
                  <a:lnTo>
                    <a:pt x="2342" y="9367"/>
                  </a:lnTo>
                  <a:lnTo>
                    <a:pt x="1171" y="9367"/>
                  </a:lnTo>
                  <a:lnTo>
                    <a:pt x="1171" y="1171"/>
                  </a:lnTo>
                  <a:close/>
                  <a:moveTo>
                    <a:pt x="586" y="0"/>
                  </a:moveTo>
                  <a:cubicBezTo>
                    <a:pt x="264" y="0"/>
                    <a:pt x="0" y="262"/>
                    <a:pt x="0" y="586"/>
                  </a:cubicBezTo>
                  <a:lnTo>
                    <a:pt x="0" y="9951"/>
                  </a:lnTo>
                  <a:cubicBezTo>
                    <a:pt x="0" y="10275"/>
                    <a:pt x="264" y="10537"/>
                    <a:pt x="586" y="10537"/>
                  </a:cubicBezTo>
                  <a:lnTo>
                    <a:pt x="2928" y="10537"/>
                  </a:lnTo>
                  <a:cubicBezTo>
                    <a:pt x="3252" y="10537"/>
                    <a:pt x="3514" y="10275"/>
                    <a:pt x="3514" y="9951"/>
                  </a:cubicBezTo>
                  <a:lnTo>
                    <a:pt x="3514" y="586"/>
                  </a:lnTo>
                  <a:cubicBezTo>
                    <a:pt x="3514" y="262"/>
                    <a:pt x="3252" y="0"/>
                    <a:pt x="2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75"/>
            <p:cNvSpPr/>
            <p:nvPr/>
          </p:nvSpPr>
          <p:spPr>
            <a:xfrm>
              <a:off x="1385007" y="2621430"/>
              <a:ext cx="73337" cy="73337"/>
            </a:xfrm>
            <a:custGeom>
              <a:avLst/>
              <a:gdLst/>
              <a:ahLst/>
              <a:cxnLst/>
              <a:rect l="l" t="t" r="r" b="b"/>
              <a:pathLst>
                <a:path w="3514" h="3514" extrusionOk="0">
                  <a:moveTo>
                    <a:pt x="1757" y="1171"/>
                  </a:moveTo>
                  <a:cubicBezTo>
                    <a:pt x="2081" y="1171"/>
                    <a:pt x="2342" y="1435"/>
                    <a:pt x="2342" y="1757"/>
                  </a:cubicBezTo>
                  <a:cubicBezTo>
                    <a:pt x="2342" y="2080"/>
                    <a:pt x="2081" y="2342"/>
                    <a:pt x="1757" y="2342"/>
                  </a:cubicBezTo>
                  <a:cubicBezTo>
                    <a:pt x="1435" y="2342"/>
                    <a:pt x="1171" y="2080"/>
                    <a:pt x="1171" y="1757"/>
                  </a:cubicBezTo>
                  <a:cubicBezTo>
                    <a:pt x="1171" y="1435"/>
                    <a:pt x="1435" y="1171"/>
                    <a:pt x="1757" y="1171"/>
                  </a:cubicBezTo>
                  <a:close/>
                  <a:moveTo>
                    <a:pt x="1757" y="0"/>
                  </a:moveTo>
                  <a:cubicBezTo>
                    <a:pt x="789" y="0"/>
                    <a:pt x="0" y="789"/>
                    <a:pt x="0" y="1757"/>
                  </a:cubicBezTo>
                  <a:cubicBezTo>
                    <a:pt x="0" y="2726"/>
                    <a:pt x="789" y="3513"/>
                    <a:pt x="1757" y="3513"/>
                  </a:cubicBezTo>
                  <a:cubicBezTo>
                    <a:pt x="2726" y="3513"/>
                    <a:pt x="3514" y="2726"/>
                    <a:pt x="3514" y="1757"/>
                  </a:cubicBezTo>
                  <a:cubicBezTo>
                    <a:pt x="3514" y="789"/>
                    <a:pt x="2726" y="0"/>
                    <a:pt x="17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75"/>
            <p:cNvSpPr/>
            <p:nvPr/>
          </p:nvSpPr>
          <p:spPr>
            <a:xfrm>
              <a:off x="1482759" y="2718786"/>
              <a:ext cx="195510" cy="220304"/>
            </a:xfrm>
            <a:custGeom>
              <a:avLst/>
              <a:gdLst/>
              <a:ahLst/>
              <a:cxnLst/>
              <a:rect l="l" t="t" r="r" b="b"/>
              <a:pathLst>
                <a:path w="9368" h="10556" extrusionOk="0">
                  <a:moveTo>
                    <a:pt x="5559" y="1173"/>
                  </a:moveTo>
                  <a:cubicBezTo>
                    <a:pt x="5720" y="1173"/>
                    <a:pt x="5883" y="1186"/>
                    <a:pt x="6044" y="1212"/>
                  </a:cubicBezTo>
                  <a:cubicBezTo>
                    <a:pt x="7422" y="1435"/>
                    <a:pt x="8196" y="2535"/>
                    <a:pt x="8196" y="3669"/>
                  </a:cubicBezTo>
                  <a:lnTo>
                    <a:pt x="8196" y="9386"/>
                  </a:lnTo>
                  <a:lnTo>
                    <a:pt x="7025" y="9386"/>
                  </a:lnTo>
                  <a:lnTo>
                    <a:pt x="7025" y="4702"/>
                  </a:lnTo>
                  <a:cubicBezTo>
                    <a:pt x="7025" y="3411"/>
                    <a:pt x="5975" y="2360"/>
                    <a:pt x="4683" y="2360"/>
                  </a:cubicBezTo>
                  <a:cubicBezTo>
                    <a:pt x="3392" y="2360"/>
                    <a:pt x="2341" y="3411"/>
                    <a:pt x="2341" y="4702"/>
                  </a:cubicBezTo>
                  <a:lnTo>
                    <a:pt x="2341" y="9386"/>
                  </a:lnTo>
                  <a:lnTo>
                    <a:pt x="1170" y="9386"/>
                  </a:lnTo>
                  <a:lnTo>
                    <a:pt x="1170" y="1190"/>
                  </a:lnTo>
                  <a:lnTo>
                    <a:pt x="2341" y="1190"/>
                  </a:lnTo>
                  <a:lnTo>
                    <a:pt x="2341" y="1776"/>
                  </a:lnTo>
                  <a:cubicBezTo>
                    <a:pt x="2341" y="2011"/>
                    <a:pt x="2484" y="2225"/>
                    <a:pt x="2704" y="2316"/>
                  </a:cubicBezTo>
                  <a:cubicBezTo>
                    <a:pt x="2776" y="2346"/>
                    <a:pt x="2852" y="2361"/>
                    <a:pt x="2928" y="2361"/>
                  </a:cubicBezTo>
                  <a:cubicBezTo>
                    <a:pt x="3080" y="2361"/>
                    <a:pt x="3229" y="2301"/>
                    <a:pt x="3341" y="2190"/>
                  </a:cubicBezTo>
                  <a:lnTo>
                    <a:pt x="3615" y="1916"/>
                  </a:lnTo>
                  <a:cubicBezTo>
                    <a:pt x="4086" y="1443"/>
                    <a:pt x="4813" y="1173"/>
                    <a:pt x="5559" y="1173"/>
                  </a:cubicBezTo>
                  <a:close/>
                  <a:moveTo>
                    <a:pt x="5553" y="0"/>
                  </a:moveTo>
                  <a:cubicBezTo>
                    <a:pt x="4823" y="0"/>
                    <a:pt x="4110" y="189"/>
                    <a:pt x="3509" y="536"/>
                  </a:cubicBezTo>
                  <a:cubicBezTo>
                    <a:pt x="3475" y="246"/>
                    <a:pt x="3227" y="19"/>
                    <a:pt x="2927" y="19"/>
                  </a:cubicBezTo>
                  <a:lnTo>
                    <a:pt x="586" y="19"/>
                  </a:lnTo>
                  <a:cubicBezTo>
                    <a:pt x="262" y="19"/>
                    <a:pt x="1" y="281"/>
                    <a:pt x="1" y="605"/>
                  </a:cubicBezTo>
                  <a:lnTo>
                    <a:pt x="1" y="9970"/>
                  </a:lnTo>
                  <a:cubicBezTo>
                    <a:pt x="1" y="10294"/>
                    <a:pt x="262" y="10556"/>
                    <a:pt x="586" y="10556"/>
                  </a:cubicBezTo>
                  <a:lnTo>
                    <a:pt x="2927" y="10556"/>
                  </a:lnTo>
                  <a:cubicBezTo>
                    <a:pt x="3250" y="10556"/>
                    <a:pt x="3512" y="10294"/>
                    <a:pt x="3512" y="9970"/>
                  </a:cubicBezTo>
                  <a:lnTo>
                    <a:pt x="3512" y="4702"/>
                  </a:lnTo>
                  <a:cubicBezTo>
                    <a:pt x="3512" y="4056"/>
                    <a:pt x="4038" y="3531"/>
                    <a:pt x="4683" y="3531"/>
                  </a:cubicBezTo>
                  <a:cubicBezTo>
                    <a:pt x="5329" y="3531"/>
                    <a:pt x="5854" y="4056"/>
                    <a:pt x="5854" y="4702"/>
                  </a:cubicBezTo>
                  <a:lnTo>
                    <a:pt x="5854" y="9970"/>
                  </a:lnTo>
                  <a:cubicBezTo>
                    <a:pt x="5854" y="10294"/>
                    <a:pt x="6116" y="10556"/>
                    <a:pt x="6440" y="10556"/>
                  </a:cubicBezTo>
                  <a:lnTo>
                    <a:pt x="8782" y="10556"/>
                  </a:lnTo>
                  <a:cubicBezTo>
                    <a:pt x="9104" y="10556"/>
                    <a:pt x="9368" y="10294"/>
                    <a:pt x="9368" y="9970"/>
                  </a:cubicBezTo>
                  <a:lnTo>
                    <a:pt x="9368" y="3669"/>
                  </a:lnTo>
                  <a:cubicBezTo>
                    <a:pt x="9368" y="1921"/>
                    <a:pt x="8131" y="364"/>
                    <a:pt x="6231" y="55"/>
                  </a:cubicBezTo>
                  <a:cubicBezTo>
                    <a:pt x="6005" y="18"/>
                    <a:pt x="5779" y="0"/>
                    <a:pt x="55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75"/>
            <p:cNvSpPr/>
            <p:nvPr/>
          </p:nvSpPr>
          <p:spPr>
            <a:xfrm>
              <a:off x="1323129" y="2571761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7015" y="1170"/>
                  </a:moveTo>
                  <a:cubicBezTo>
                    <a:pt x="17989" y="1170"/>
                    <a:pt x="18810" y="1993"/>
                    <a:pt x="18810" y="2966"/>
                  </a:cubicBezTo>
                  <a:lnTo>
                    <a:pt x="18810" y="17015"/>
                  </a:lnTo>
                  <a:cubicBezTo>
                    <a:pt x="18810" y="17990"/>
                    <a:pt x="17989" y="18811"/>
                    <a:pt x="17015" y="18811"/>
                  </a:cubicBezTo>
                  <a:lnTo>
                    <a:pt x="2965" y="18811"/>
                  </a:lnTo>
                  <a:cubicBezTo>
                    <a:pt x="1992" y="18811"/>
                    <a:pt x="1170" y="17990"/>
                    <a:pt x="1170" y="17015"/>
                  </a:cubicBezTo>
                  <a:lnTo>
                    <a:pt x="1170" y="2966"/>
                  </a:lnTo>
                  <a:cubicBezTo>
                    <a:pt x="1170" y="1993"/>
                    <a:pt x="1992" y="1170"/>
                    <a:pt x="2965" y="1170"/>
                  </a:cubicBezTo>
                  <a:close/>
                  <a:moveTo>
                    <a:pt x="2965" y="1"/>
                  </a:moveTo>
                  <a:cubicBezTo>
                    <a:pt x="1347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5"/>
                    <a:pt x="1348" y="19982"/>
                    <a:pt x="2965" y="19982"/>
                  </a:cubicBezTo>
                  <a:lnTo>
                    <a:pt x="17017" y="19982"/>
                  </a:lnTo>
                  <a:cubicBezTo>
                    <a:pt x="18635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7"/>
                    <a:pt x="18633" y="1"/>
                    <a:pt x="170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00" name="Google Shape;2300;p75"/>
          <p:cNvSpPr/>
          <p:nvPr/>
        </p:nvSpPr>
        <p:spPr>
          <a:xfrm>
            <a:off x="3886539" y="4237878"/>
            <a:ext cx="409401" cy="333886"/>
          </a:xfrm>
          <a:custGeom>
            <a:avLst/>
            <a:gdLst/>
            <a:ahLst/>
            <a:cxnLst/>
            <a:rect l="l" t="t" r="r" b="b"/>
            <a:pathLst>
              <a:path w="20081" h="16377" extrusionOk="0">
                <a:moveTo>
                  <a:pt x="13632" y="1165"/>
                </a:moveTo>
                <a:cubicBezTo>
                  <a:pt x="14903" y="1165"/>
                  <a:pt x="15458" y="1658"/>
                  <a:pt x="15826" y="1984"/>
                </a:cubicBezTo>
                <a:cubicBezTo>
                  <a:pt x="16040" y="2173"/>
                  <a:pt x="16244" y="2353"/>
                  <a:pt x="16548" y="2353"/>
                </a:cubicBezTo>
                <a:cubicBezTo>
                  <a:pt x="16762" y="2353"/>
                  <a:pt x="17038" y="2293"/>
                  <a:pt x="17344" y="2196"/>
                </a:cubicBezTo>
                <a:lnTo>
                  <a:pt x="17344" y="2196"/>
                </a:lnTo>
                <a:cubicBezTo>
                  <a:pt x="17236" y="2288"/>
                  <a:pt x="17119" y="2376"/>
                  <a:pt x="16995" y="2461"/>
                </a:cubicBezTo>
                <a:cubicBezTo>
                  <a:pt x="16780" y="2612"/>
                  <a:pt x="16689" y="2889"/>
                  <a:pt x="16778" y="3137"/>
                </a:cubicBezTo>
                <a:cubicBezTo>
                  <a:pt x="16861" y="3373"/>
                  <a:pt x="17082" y="3528"/>
                  <a:pt x="17329" y="3528"/>
                </a:cubicBezTo>
                <a:cubicBezTo>
                  <a:pt x="17343" y="3528"/>
                  <a:pt x="17358" y="3527"/>
                  <a:pt x="17372" y="3526"/>
                </a:cubicBezTo>
                <a:cubicBezTo>
                  <a:pt x="17475" y="3519"/>
                  <a:pt x="17576" y="3508"/>
                  <a:pt x="17680" y="3494"/>
                </a:cubicBezTo>
                <a:lnTo>
                  <a:pt x="17680" y="3494"/>
                </a:lnTo>
                <a:cubicBezTo>
                  <a:pt x="17275" y="3802"/>
                  <a:pt x="16921" y="3990"/>
                  <a:pt x="16937" y="4786"/>
                </a:cubicBezTo>
                <a:cubicBezTo>
                  <a:pt x="16937" y="4826"/>
                  <a:pt x="16939" y="4881"/>
                  <a:pt x="16939" y="4971"/>
                </a:cubicBezTo>
                <a:cubicBezTo>
                  <a:pt x="16939" y="6510"/>
                  <a:pt x="16350" y="9097"/>
                  <a:pt x="14694" y="11320"/>
                </a:cubicBezTo>
                <a:cubicBezTo>
                  <a:pt x="13372" y="13093"/>
                  <a:pt x="10896" y="15207"/>
                  <a:pt x="6611" y="15207"/>
                </a:cubicBezTo>
                <a:cubicBezTo>
                  <a:pt x="5368" y="15207"/>
                  <a:pt x="4159" y="14996"/>
                  <a:pt x="3001" y="14582"/>
                </a:cubicBezTo>
                <a:cubicBezTo>
                  <a:pt x="4359" y="14345"/>
                  <a:pt x="5612" y="13799"/>
                  <a:pt x="6698" y="12960"/>
                </a:cubicBezTo>
                <a:cubicBezTo>
                  <a:pt x="6893" y="12812"/>
                  <a:pt x="6972" y="12557"/>
                  <a:pt x="6900" y="12323"/>
                </a:cubicBezTo>
                <a:cubicBezTo>
                  <a:pt x="6827" y="12090"/>
                  <a:pt x="6617" y="11925"/>
                  <a:pt x="6372" y="11913"/>
                </a:cubicBezTo>
                <a:cubicBezTo>
                  <a:pt x="5203" y="11849"/>
                  <a:pt x="4280" y="11209"/>
                  <a:pt x="3767" y="10448"/>
                </a:cubicBezTo>
                <a:cubicBezTo>
                  <a:pt x="3968" y="10434"/>
                  <a:pt x="4207" y="10404"/>
                  <a:pt x="4564" y="10340"/>
                </a:cubicBezTo>
                <a:cubicBezTo>
                  <a:pt x="4832" y="10294"/>
                  <a:pt x="5030" y="10071"/>
                  <a:pt x="5047" y="9801"/>
                </a:cubicBezTo>
                <a:cubicBezTo>
                  <a:pt x="5065" y="9532"/>
                  <a:pt x="4895" y="9286"/>
                  <a:pt x="4637" y="9205"/>
                </a:cubicBezTo>
                <a:cubicBezTo>
                  <a:pt x="3296" y="8787"/>
                  <a:pt x="2498" y="8025"/>
                  <a:pt x="2180" y="6838"/>
                </a:cubicBezTo>
                <a:lnTo>
                  <a:pt x="2180" y="6838"/>
                </a:lnTo>
                <a:cubicBezTo>
                  <a:pt x="2390" y="6891"/>
                  <a:pt x="2642" y="6933"/>
                  <a:pt x="3057" y="6986"/>
                </a:cubicBezTo>
                <a:cubicBezTo>
                  <a:pt x="3081" y="6989"/>
                  <a:pt x="3105" y="6991"/>
                  <a:pt x="3129" y="6991"/>
                </a:cubicBezTo>
                <a:cubicBezTo>
                  <a:pt x="3359" y="6991"/>
                  <a:pt x="3571" y="6854"/>
                  <a:pt x="3666" y="6640"/>
                </a:cubicBezTo>
                <a:cubicBezTo>
                  <a:pt x="3770" y="6403"/>
                  <a:pt x="3707" y="6125"/>
                  <a:pt x="3508" y="5957"/>
                </a:cubicBezTo>
                <a:cubicBezTo>
                  <a:pt x="2014" y="4697"/>
                  <a:pt x="1936" y="3409"/>
                  <a:pt x="2210" y="2373"/>
                </a:cubicBezTo>
                <a:lnTo>
                  <a:pt x="2210" y="2373"/>
                </a:lnTo>
                <a:cubicBezTo>
                  <a:pt x="4267" y="4464"/>
                  <a:pt x="6801" y="5670"/>
                  <a:pt x="9880" y="5882"/>
                </a:cubicBezTo>
                <a:cubicBezTo>
                  <a:pt x="9894" y="5883"/>
                  <a:pt x="9908" y="5884"/>
                  <a:pt x="9921" y="5884"/>
                </a:cubicBezTo>
                <a:cubicBezTo>
                  <a:pt x="10265" y="5884"/>
                  <a:pt x="10539" y="5586"/>
                  <a:pt x="10503" y="5239"/>
                </a:cubicBezTo>
                <a:cubicBezTo>
                  <a:pt x="10372" y="3940"/>
                  <a:pt x="10634" y="2919"/>
                  <a:pt x="11281" y="2203"/>
                </a:cubicBezTo>
                <a:cubicBezTo>
                  <a:pt x="11975" y="1437"/>
                  <a:pt x="12981" y="1165"/>
                  <a:pt x="13632" y="1165"/>
                </a:cubicBezTo>
                <a:close/>
                <a:moveTo>
                  <a:pt x="13631" y="1"/>
                </a:moveTo>
                <a:cubicBezTo>
                  <a:pt x="12698" y="1"/>
                  <a:pt x="11363" y="368"/>
                  <a:pt x="10413" y="1418"/>
                </a:cubicBezTo>
                <a:cubicBezTo>
                  <a:pt x="9665" y="2245"/>
                  <a:pt x="9291" y="3332"/>
                  <a:pt x="9300" y="4649"/>
                </a:cubicBezTo>
                <a:cubicBezTo>
                  <a:pt x="6556" y="4315"/>
                  <a:pt x="4306" y="3079"/>
                  <a:pt x="2438" y="887"/>
                </a:cubicBezTo>
                <a:cubicBezTo>
                  <a:pt x="2327" y="756"/>
                  <a:pt x="2163" y="681"/>
                  <a:pt x="1993" y="681"/>
                </a:cubicBezTo>
                <a:cubicBezTo>
                  <a:pt x="1966" y="681"/>
                  <a:pt x="1938" y="683"/>
                  <a:pt x="1911" y="687"/>
                </a:cubicBezTo>
                <a:cubicBezTo>
                  <a:pt x="1713" y="715"/>
                  <a:pt x="1541" y="843"/>
                  <a:pt x="1460" y="1025"/>
                </a:cubicBezTo>
                <a:cubicBezTo>
                  <a:pt x="1207" y="1582"/>
                  <a:pt x="876" y="2444"/>
                  <a:pt x="922" y="3466"/>
                </a:cubicBezTo>
                <a:cubicBezTo>
                  <a:pt x="952" y="4138"/>
                  <a:pt x="1138" y="4773"/>
                  <a:pt x="1479" y="5368"/>
                </a:cubicBezTo>
                <a:cubicBezTo>
                  <a:pt x="1469" y="5367"/>
                  <a:pt x="1459" y="5367"/>
                  <a:pt x="1449" y="5367"/>
                </a:cubicBezTo>
                <a:cubicBezTo>
                  <a:pt x="1114" y="5367"/>
                  <a:pt x="843" y="5650"/>
                  <a:pt x="865" y="5990"/>
                </a:cubicBezTo>
                <a:cubicBezTo>
                  <a:pt x="963" y="7455"/>
                  <a:pt x="1501" y="8589"/>
                  <a:pt x="2470" y="9380"/>
                </a:cubicBezTo>
                <a:cubicBezTo>
                  <a:pt x="2284" y="9528"/>
                  <a:pt x="2208" y="9773"/>
                  <a:pt x="2274" y="9999"/>
                </a:cubicBezTo>
                <a:cubicBezTo>
                  <a:pt x="2578" y="11057"/>
                  <a:pt x="3469" y="12207"/>
                  <a:pt x="4833" y="12757"/>
                </a:cubicBezTo>
                <a:cubicBezTo>
                  <a:pt x="3802" y="13279"/>
                  <a:pt x="2644" y="13546"/>
                  <a:pt x="1412" y="13546"/>
                </a:cubicBezTo>
                <a:cubicBezTo>
                  <a:pt x="1173" y="13546"/>
                  <a:pt x="932" y="13536"/>
                  <a:pt x="689" y="13516"/>
                </a:cubicBezTo>
                <a:cubicBezTo>
                  <a:pt x="673" y="13515"/>
                  <a:pt x="658" y="13514"/>
                  <a:pt x="642" y="13514"/>
                </a:cubicBezTo>
                <a:cubicBezTo>
                  <a:pt x="390" y="13514"/>
                  <a:pt x="164" y="13676"/>
                  <a:pt x="84" y="13919"/>
                </a:cubicBezTo>
                <a:cubicBezTo>
                  <a:pt x="0" y="14177"/>
                  <a:pt x="105" y="14460"/>
                  <a:pt x="338" y="14600"/>
                </a:cubicBezTo>
                <a:cubicBezTo>
                  <a:pt x="2284" y="15778"/>
                  <a:pt x="4395" y="16376"/>
                  <a:pt x="6611" y="16376"/>
                </a:cubicBezTo>
                <a:cubicBezTo>
                  <a:pt x="11382" y="16376"/>
                  <a:pt x="14151" y="14008"/>
                  <a:pt x="15631" y="12019"/>
                </a:cubicBezTo>
                <a:cubicBezTo>
                  <a:pt x="17461" y="9567"/>
                  <a:pt x="18108" y="6689"/>
                  <a:pt x="18108" y="4971"/>
                </a:cubicBezTo>
                <a:cubicBezTo>
                  <a:pt x="18108" y="4747"/>
                  <a:pt x="18103" y="4701"/>
                  <a:pt x="18110" y="4637"/>
                </a:cubicBezTo>
                <a:cubicBezTo>
                  <a:pt x="18336" y="4435"/>
                  <a:pt x="18964" y="4133"/>
                  <a:pt x="19935" y="2718"/>
                </a:cubicBezTo>
                <a:cubicBezTo>
                  <a:pt x="20080" y="2505"/>
                  <a:pt x="20070" y="2221"/>
                  <a:pt x="19909" y="2019"/>
                </a:cubicBezTo>
                <a:cubicBezTo>
                  <a:pt x="19795" y="1879"/>
                  <a:pt x="19625" y="1801"/>
                  <a:pt x="19451" y="1801"/>
                </a:cubicBezTo>
                <a:cubicBezTo>
                  <a:pt x="19377" y="1801"/>
                  <a:pt x="19303" y="1815"/>
                  <a:pt x="19231" y="1844"/>
                </a:cubicBezTo>
                <a:cubicBezTo>
                  <a:pt x="19194" y="1860"/>
                  <a:pt x="19155" y="1874"/>
                  <a:pt x="19118" y="1890"/>
                </a:cubicBezTo>
                <a:cubicBezTo>
                  <a:pt x="19269" y="1630"/>
                  <a:pt x="19392" y="1356"/>
                  <a:pt x="19490" y="1062"/>
                </a:cubicBezTo>
                <a:cubicBezTo>
                  <a:pt x="19564" y="841"/>
                  <a:pt x="19498" y="598"/>
                  <a:pt x="19327" y="443"/>
                </a:cubicBezTo>
                <a:cubicBezTo>
                  <a:pt x="19217" y="344"/>
                  <a:pt x="19076" y="292"/>
                  <a:pt x="18934" y="292"/>
                </a:cubicBezTo>
                <a:cubicBezTo>
                  <a:pt x="18853" y="292"/>
                  <a:pt x="18771" y="309"/>
                  <a:pt x="18694" y="344"/>
                </a:cubicBezTo>
                <a:cubicBezTo>
                  <a:pt x="18690" y="345"/>
                  <a:pt x="18676" y="351"/>
                  <a:pt x="18651" y="363"/>
                </a:cubicBezTo>
                <a:cubicBezTo>
                  <a:pt x="17724" y="830"/>
                  <a:pt x="16999" y="1103"/>
                  <a:pt x="16670" y="1166"/>
                </a:cubicBezTo>
                <a:cubicBezTo>
                  <a:pt x="16647" y="1147"/>
                  <a:pt x="16624" y="1126"/>
                  <a:pt x="16603" y="1106"/>
                </a:cubicBezTo>
                <a:cubicBezTo>
                  <a:pt x="16194" y="745"/>
                  <a:pt x="15347" y="1"/>
                  <a:pt x="1363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S Great Outdoors Month by Slidesgo">
  <a:themeElements>
    <a:clrScheme name="Simple Light">
      <a:dk1>
        <a:srgbClr val="000000"/>
      </a:dk1>
      <a:lt1>
        <a:srgbClr val="04303A"/>
      </a:lt1>
      <a:dk2>
        <a:srgbClr val="648E71"/>
      </a:dk2>
      <a:lt2>
        <a:srgbClr val="AED080"/>
      </a:lt2>
      <a:accent1>
        <a:srgbClr val="F6EFD3"/>
      </a:accent1>
      <a:accent2>
        <a:srgbClr val="FABC6E"/>
      </a:accent2>
      <a:accent3>
        <a:srgbClr val="EF7963"/>
      </a:accent3>
      <a:accent4>
        <a:srgbClr val="662C26"/>
      </a:accent4>
      <a:accent5>
        <a:srgbClr val="B6DFE7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1718</TotalTime>
  <Words>1629</Words>
  <Application>Microsoft Office PowerPoint</Application>
  <PresentationFormat>On-screen Show (16:9)</PresentationFormat>
  <Paragraphs>279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4" baseType="lpstr">
      <vt:lpstr>Bebas Neue</vt:lpstr>
      <vt:lpstr>Kalam</vt:lpstr>
      <vt:lpstr>Special Elite</vt:lpstr>
      <vt:lpstr>Arial</vt:lpstr>
      <vt:lpstr>US Great Outdoors Month by Slidesgo</vt:lpstr>
      <vt:lpstr>Introduction to Object-Oriented Programming: Java</vt:lpstr>
      <vt:lpstr>Chapter 2</vt:lpstr>
      <vt:lpstr>Vocabulary, Concepts, and  Skills</vt:lpstr>
      <vt:lpstr>VOCABULARY</vt:lpstr>
      <vt:lpstr>CONCEPTS</vt:lpstr>
      <vt:lpstr>SKILLS</vt:lpstr>
      <vt:lpstr>Chapter 2</vt:lpstr>
      <vt:lpstr>Doing Calculations</vt:lpstr>
      <vt:lpstr>Calculations</vt:lpstr>
      <vt:lpstr>Ideas about Calculations</vt:lpstr>
      <vt:lpstr>Looking into Calculations</vt:lpstr>
      <vt:lpstr>A Sample Calculation</vt:lpstr>
      <vt:lpstr>Focusing on Division</vt:lpstr>
      <vt:lpstr>Casting</vt:lpstr>
      <vt:lpstr>Casting</vt:lpstr>
      <vt:lpstr>Using Shortcuts</vt:lpstr>
      <vt:lpstr>Java’s Shortcut Operators</vt:lpstr>
      <vt:lpstr>More Java Shortcut Math</vt:lpstr>
      <vt:lpstr>More Shortcuts-The Increment Operator</vt:lpstr>
      <vt:lpstr>Using that Operator in a Program</vt:lpstr>
      <vt:lpstr>Another Shortcut—The Decrement Operator</vt:lpstr>
      <vt:lpstr>The Placement of Those Operators</vt:lpstr>
      <vt:lpstr>A More Complicated Example</vt:lpstr>
      <vt:lpstr>String Data</vt:lpstr>
      <vt:lpstr>Working with String Data</vt:lpstr>
      <vt:lpstr>The String Class</vt:lpstr>
      <vt:lpstr>String Methods-Concatenating</vt:lpstr>
      <vt:lpstr>String Methods-String Length</vt:lpstr>
      <vt:lpstr>String methods-Substrings</vt:lpstr>
      <vt:lpstr>Printing Your Way</vt:lpstr>
      <vt:lpstr>Speaking of Printing…</vt:lpstr>
      <vt:lpstr>Formatting Output</vt:lpstr>
      <vt:lpstr>Using printf with Integer Data</vt:lpstr>
      <vt:lpstr>Using printf with Floating Point Data</vt:lpstr>
      <vt:lpstr>Using printf with Dollars and Cents</vt:lpstr>
      <vt:lpstr>Escape Sequences</vt:lpstr>
      <vt:lpstr>More Printing Ideas</vt:lpstr>
      <vt:lpstr>Escape Sequences</vt:lpstr>
      <vt:lpstr>Graphics Supplements</vt:lpstr>
      <vt:lpstr>Graphics Supplements</vt:lpstr>
      <vt:lpstr>Dialog Boxes</vt:lpstr>
      <vt:lpstr>Using Dialog Boxes</vt:lpstr>
      <vt:lpstr>The showMessageDialog Dialog Box</vt:lpstr>
      <vt:lpstr>The showConfirmDialog Dialog Box</vt:lpstr>
      <vt:lpstr>Checking the answer</vt:lpstr>
      <vt:lpstr>The showInputDialog Dialog Box</vt:lpstr>
      <vt:lpstr>Acting on that Answer</vt:lpstr>
      <vt:lpstr>One Final Comment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GREAT OUTDOORS MONTH</dc:title>
  <dc:creator>James Hoffman</dc:creator>
  <cp:lastModifiedBy>Hoffman, James</cp:lastModifiedBy>
  <cp:revision>103</cp:revision>
  <dcterms:modified xsi:type="dcterms:W3CDTF">2024-01-08T17:59:12Z</dcterms:modified>
</cp:coreProperties>
</file>