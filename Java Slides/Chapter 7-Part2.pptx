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6" r:id="rId1"/>
  </p:sldMasterIdLst>
  <p:notesMasterIdLst>
    <p:notesMasterId r:id="rId48"/>
  </p:notesMasterIdLst>
  <p:sldIdLst>
    <p:sldId id="256" r:id="rId2"/>
    <p:sldId id="381" r:id="rId3"/>
    <p:sldId id="282" r:id="rId4"/>
    <p:sldId id="257" r:id="rId5"/>
    <p:sldId id="512" r:id="rId6"/>
    <p:sldId id="278" r:id="rId7"/>
    <p:sldId id="291" r:id="rId8"/>
    <p:sldId id="513" r:id="rId9"/>
    <p:sldId id="396" r:id="rId10"/>
    <p:sldId id="563" r:id="rId11"/>
    <p:sldId id="517" r:id="rId12"/>
    <p:sldId id="518" r:id="rId13"/>
    <p:sldId id="531" r:id="rId14"/>
    <p:sldId id="549" r:id="rId15"/>
    <p:sldId id="532" r:id="rId16"/>
    <p:sldId id="519" r:id="rId17"/>
    <p:sldId id="520" r:id="rId18"/>
    <p:sldId id="550" r:id="rId19"/>
    <p:sldId id="521" r:id="rId20"/>
    <p:sldId id="522" r:id="rId21"/>
    <p:sldId id="568" r:id="rId22"/>
    <p:sldId id="523" r:id="rId23"/>
    <p:sldId id="569" r:id="rId24"/>
    <p:sldId id="570" r:id="rId25"/>
    <p:sldId id="551" r:id="rId26"/>
    <p:sldId id="524" r:id="rId27"/>
    <p:sldId id="525" r:id="rId28"/>
    <p:sldId id="552" r:id="rId29"/>
    <p:sldId id="538" r:id="rId30"/>
    <p:sldId id="553" r:id="rId31"/>
    <p:sldId id="539" r:id="rId32"/>
    <p:sldId id="554" r:id="rId33"/>
    <p:sldId id="540" r:id="rId34"/>
    <p:sldId id="557" r:id="rId35"/>
    <p:sldId id="533" r:id="rId36"/>
    <p:sldId id="558" r:id="rId37"/>
    <p:sldId id="534" r:id="rId38"/>
    <p:sldId id="559" r:id="rId39"/>
    <p:sldId id="564" r:id="rId40"/>
    <p:sldId id="535" r:id="rId41"/>
    <p:sldId id="565" r:id="rId42"/>
    <p:sldId id="560" r:id="rId43"/>
    <p:sldId id="536" r:id="rId44"/>
    <p:sldId id="527" r:id="rId45"/>
    <p:sldId id="529" r:id="rId46"/>
    <p:sldId id="290" r:id="rId47"/>
  </p:sldIdLst>
  <p:sldSz cx="9144000" cy="5143500" type="screen16x9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BC2007-4194-44C9-A730-8082A69096D6}">
  <a:tblStyle styleId="{2ABC2007-4194-44C9-A730-8082A69096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291" autoAdjust="0"/>
  </p:normalViewPr>
  <p:slideViewPr>
    <p:cSldViewPr snapToGrid="0">
      <p:cViewPr varScale="1">
        <p:scale>
          <a:sx n="81" d="100"/>
          <a:sy n="81" d="100"/>
        </p:scale>
        <p:origin x="860" y="64"/>
      </p:cViewPr>
      <p:guideLst/>
    </p:cSldViewPr>
  </p:slideViewPr>
  <p:outlineViewPr>
    <p:cViewPr>
      <p:scale>
        <a:sx n="33" d="100"/>
        <a:sy n="33" d="100"/>
      </p:scale>
      <p:origin x="0" y="-1715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79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9188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p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0468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2340c23162_0_4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12340c23162_0_426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11b06bd4b87_3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11b06bd4b87_3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11b06bd4b87_3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11b06bd4b87_3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1b06bd4b87_0_10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11b06bd4b87_0_103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1b06bd4b87_0_10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11b06bd4b87_0_103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97013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9551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4537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69331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94228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50788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55488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91876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05278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7757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37283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94732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63823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57208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29028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80135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18455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86563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87581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04656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877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14182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49770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95374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163634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689505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187078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523548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039955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023366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221005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154649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45378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824701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295315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911518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49259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714585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11b06bd4b87_3_2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11b06bd4b87_3_239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-220289" y="-1490778"/>
            <a:ext cx="7753988" cy="10833124"/>
            <a:chOff x="6260625" y="2712350"/>
            <a:chExt cx="1146175" cy="1601325"/>
          </a:xfrm>
        </p:grpSpPr>
        <p:sp>
          <p:nvSpPr>
            <p:cNvPr id="15" name="Google Shape;15;p2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867506" y="76192"/>
            <a:ext cx="8571314" cy="12073351"/>
            <a:chOff x="6949425" y="870600"/>
            <a:chExt cx="1155475" cy="1627575"/>
          </a:xfrm>
        </p:grpSpPr>
        <p:sp>
          <p:nvSpPr>
            <p:cNvPr id="19" name="Google Shape;19;p2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2299200" y="4005325"/>
            <a:ext cx="50028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00">
                <a:latin typeface="Kalam"/>
                <a:ea typeface="Kalam"/>
                <a:cs typeface="Kalam"/>
                <a:sym typeface="Kala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/>
          <p:nvPr/>
        </p:nvSpPr>
        <p:spPr>
          <a:xfrm rot="4708122">
            <a:off x="-420349" y="4144939"/>
            <a:ext cx="1749022" cy="106863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9"/>
          <p:cNvSpPr/>
          <p:nvPr/>
        </p:nvSpPr>
        <p:spPr>
          <a:xfrm rot="9194259">
            <a:off x="-821300" y="166653"/>
            <a:ext cx="1749085" cy="106867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7955007" y="4562601"/>
            <a:ext cx="1748875" cy="106854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 rot="-3536633">
            <a:off x="8337458" y="2223975"/>
            <a:ext cx="1749127" cy="106869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" name="Google Shape;99;p9"/>
          <p:cNvGrpSpPr/>
          <p:nvPr/>
        </p:nvGrpSpPr>
        <p:grpSpPr>
          <a:xfrm rot="-378169">
            <a:off x="-87121" y="-1214070"/>
            <a:ext cx="9470435" cy="13231336"/>
            <a:chOff x="6260625" y="2712350"/>
            <a:chExt cx="1146175" cy="1601325"/>
          </a:xfrm>
        </p:grpSpPr>
        <p:sp>
          <p:nvSpPr>
            <p:cNvPr id="100" name="Google Shape;100;p9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9"/>
          <p:cNvSpPr/>
          <p:nvPr/>
        </p:nvSpPr>
        <p:spPr>
          <a:xfrm rot="-8843714">
            <a:off x="1265283" y="-668707"/>
            <a:ext cx="1749242" cy="106876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9"/>
          <p:cNvSpPr/>
          <p:nvPr/>
        </p:nvSpPr>
        <p:spPr>
          <a:xfrm rot="1954942">
            <a:off x="58062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9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1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6" name="Google Shape;106;p9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solidFill>
          <a:schemeClr val="dk2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 rot="4500129">
            <a:off x="-649059" y="4144978"/>
            <a:ext cx="1749167" cy="106872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"/>
          <p:cNvSpPr/>
          <p:nvPr/>
        </p:nvSpPr>
        <p:spPr>
          <a:xfrm rot="-1249095">
            <a:off x="-364075" y="67598"/>
            <a:ext cx="1749027" cy="106863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5"/>
          <p:cNvSpPr/>
          <p:nvPr/>
        </p:nvSpPr>
        <p:spPr>
          <a:xfrm rot="-1495489">
            <a:off x="7852382" y="4750776"/>
            <a:ext cx="1748931" cy="106857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5"/>
          <p:cNvSpPr/>
          <p:nvPr/>
        </p:nvSpPr>
        <p:spPr>
          <a:xfrm rot="-3926649">
            <a:off x="8427123" y="1490058"/>
            <a:ext cx="1749134" cy="106870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p15"/>
          <p:cNvGrpSpPr/>
          <p:nvPr/>
        </p:nvGrpSpPr>
        <p:grpSpPr>
          <a:xfrm rot="-142207">
            <a:off x="-87233" y="-7684437"/>
            <a:ext cx="9470464" cy="13231378"/>
            <a:chOff x="6260625" y="2712350"/>
            <a:chExt cx="1146175" cy="1601325"/>
          </a:xfrm>
        </p:grpSpPr>
        <p:sp>
          <p:nvSpPr>
            <p:cNvPr id="165" name="Google Shape;165;p1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" name="Google Shape;168;p15"/>
          <p:cNvSpPr/>
          <p:nvPr/>
        </p:nvSpPr>
        <p:spPr>
          <a:xfrm rot="-9271741">
            <a:off x="6641536" y="-654848"/>
            <a:ext cx="1749238" cy="106876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5"/>
          <p:cNvSpPr/>
          <p:nvPr/>
        </p:nvSpPr>
        <p:spPr>
          <a:xfrm rot="1954942">
            <a:off x="5183323" y="4725972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5"/>
          <p:cNvSpPr txBox="1">
            <a:spLocks noGrp="1"/>
          </p:cNvSpPr>
          <p:nvPr>
            <p:ph type="title"/>
          </p:nvPr>
        </p:nvSpPr>
        <p:spPr>
          <a:xfrm rot="401543">
            <a:off x="4192767" y="2033924"/>
            <a:ext cx="3912862" cy="9853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 b="0">
                <a:solidFill>
                  <a:schemeClr val="accent6"/>
                </a:solidFill>
                <a:highlight>
                  <a:schemeClr val="dk1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1" name="Google Shape;171;p15"/>
          <p:cNvSpPr txBox="1">
            <a:spLocks noGrp="1"/>
          </p:cNvSpPr>
          <p:nvPr>
            <p:ph type="title" idx="2" hasCustomPrompt="1"/>
          </p:nvPr>
        </p:nvSpPr>
        <p:spPr>
          <a:xfrm rot="403209">
            <a:off x="5670273" y="1259281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2" name="Google Shape;172;p15"/>
          <p:cNvSpPr txBox="1">
            <a:spLocks noGrp="1"/>
          </p:cNvSpPr>
          <p:nvPr>
            <p:ph type="subTitle" idx="1"/>
          </p:nvPr>
        </p:nvSpPr>
        <p:spPr>
          <a:xfrm rot="403335">
            <a:off x="4612715" y="3175705"/>
            <a:ext cx="2831969" cy="744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_1_1_1">
    <p:bg>
      <p:bgPr>
        <a:solidFill>
          <a:schemeClr val="dk2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/>
          <p:nvPr/>
        </p:nvSpPr>
        <p:spPr>
          <a:xfrm rot="3768282" flipH="1">
            <a:off x="-931716" y="1741180"/>
            <a:ext cx="1749337" cy="10688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3"/>
          <p:cNvSpPr/>
          <p:nvPr/>
        </p:nvSpPr>
        <p:spPr>
          <a:xfrm rot="6409989" flipH="1">
            <a:off x="7764090" y="4068206"/>
            <a:ext cx="1749137" cy="106870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3"/>
          <p:cNvSpPr/>
          <p:nvPr/>
        </p:nvSpPr>
        <p:spPr>
          <a:xfrm rot="-8265081" flipH="1">
            <a:off x="8314617" y="1588466"/>
            <a:ext cx="1749442" cy="10688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3"/>
          <p:cNvSpPr/>
          <p:nvPr/>
        </p:nvSpPr>
        <p:spPr>
          <a:xfrm rot="6223746" flipH="1">
            <a:off x="-393038" y="-373249"/>
            <a:ext cx="1748818" cy="106850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2" name="Google Shape;262;p23"/>
          <p:cNvGrpSpPr/>
          <p:nvPr/>
        </p:nvGrpSpPr>
        <p:grpSpPr>
          <a:xfrm rot="120893">
            <a:off x="111404" y="-7238609"/>
            <a:ext cx="9470166" cy="13230961"/>
            <a:chOff x="6260625" y="2712350"/>
            <a:chExt cx="1146175" cy="1601325"/>
          </a:xfrm>
        </p:grpSpPr>
        <p:sp>
          <p:nvSpPr>
            <p:cNvPr id="263" name="Google Shape;263;p2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" name="Google Shape;266;p23"/>
          <p:cNvSpPr/>
          <p:nvPr/>
        </p:nvSpPr>
        <p:spPr>
          <a:xfrm rot="-1800044" flipH="1">
            <a:off x="5811361" y="4682406"/>
            <a:ext cx="1749012" cy="10686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3"/>
          <p:cNvSpPr txBox="1">
            <a:spLocks noGrp="1"/>
          </p:cNvSpPr>
          <p:nvPr>
            <p:ph type="subTitle" idx="1"/>
          </p:nvPr>
        </p:nvSpPr>
        <p:spPr>
          <a:xfrm>
            <a:off x="5292700" y="1800150"/>
            <a:ext cx="2907600" cy="12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3"/>
          <p:cNvSpPr txBox="1">
            <a:spLocks noGrp="1"/>
          </p:cNvSpPr>
          <p:nvPr>
            <p:ph type="title"/>
          </p:nvPr>
        </p:nvSpPr>
        <p:spPr>
          <a:xfrm>
            <a:off x="1236800" y="445025"/>
            <a:ext cx="6670500" cy="10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bg>
      <p:bgPr>
        <a:solidFill>
          <a:schemeClr val="dk2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3"/>
          <p:cNvSpPr/>
          <p:nvPr/>
        </p:nvSpPr>
        <p:spPr>
          <a:xfrm rot="8996590">
            <a:off x="-745209" y="14290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3"/>
          <p:cNvSpPr/>
          <p:nvPr/>
        </p:nvSpPr>
        <p:spPr>
          <a:xfrm rot="4388496">
            <a:off x="7873446" y="3631720"/>
            <a:ext cx="1749005" cy="106862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3"/>
          <p:cNvSpPr/>
          <p:nvPr/>
        </p:nvSpPr>
        <p:spPr>
          <a:xfrm rot="-5790320">
            <a:off x="8184332" y="-444059"/>
            <a:ext cx="1749118" cy="106869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2" name="Google Shape;432;p33"/>
          <p:cNvGrpSpPr/>
          <p:nvPr/>
        </p:nvGrpSpPr>
        <p:grpSpPr>
          <a:xfrm rot="-458563">
            <a:off x="-426488" y="-7796978"/>
            <a:ext cx="9470500" cy="13231427"/>
            <a:chOff x="6260625" y="2712350"/>
            <a:chExt cx="1146175" cy="1601325"/>
          </a:xfrm>
        </p:grpSpPr>
        <p:sp>
          <p:nvSpPr>
            <p:cNvPr id="433" name="Google Shape;433;p3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33"/>
          <p:cNvSpPr/>
          <p:nvPr/>
        </p:nvSpPr>
        <p:spPr>
          <a:xfrm rot="-8803004">
            <a:off x="4354940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33"/>
          <p:cNvSpPr/>
          <p:nvPr/>
        </p:nvSpPr>
        <p:spPr>
          <a:xfrm rot="-1954942" flipH="1">
            <a:off x="5501823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33"/>
          <p:cNvSpPr txBox="1">
            <a:spLocks noGrp="1"/>
          </p:cNvSpPr>
          <p:nvPr>
            <p:ph type="title" hasCustomPrompt="1"/>
          </p:nvPr>
        </p:nvSpPr>
        <p:spPr>
          <a:xfrm>
            <a:off x="1819150" y="575600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9" name="Google Shape;439;p33"/>
          <p:cNvSpPr txBox="1">
            <a:spLocks noGrp="1"/>
          </p:cNvSpPr>
          <p:nvPr>
            <p:ph type="subTitle" idx="1"/>
          </p:nvPr>
        </p:nvSpPr>
        <p:spPr>
          <a:xfrm>
            <a:off x="1819150" y="1357827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33"/>
          <p:cNvSpPr txBox="1">
            <a:spLocks noGrp="1"/>
          </p:cNvSpPr>
          <p:nvPr>
            <p:ph type="title" idx="2" hasCustomPrompt="1"/>
          </p:nvPr>
        </p:nvSpPr>
        <p:spPr>
          <a:xfrm>
            <a:off x="1819150" y="1955542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1" name="Google Shape;441;p33"/>
          <p:cNvSpPr txBox="1">
            <a:spLocks noGrp="1"/>
          </p:cNvSpPr>
          <p:nvPr>
            <p:ph type="subTitle" idx="3"/>
          </p:nvPr>
        </p:nvSpPr>
        <p:spPr>
          <a:xfrm>
            <a:off x="1819150" y="273776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33"/>
          <p:cNvSpPr txBox="1">
            <a:spLocks noGrp="1"/>
          </p:cNvSpPr>
          <p:nvPr>
            <p:ph type="title" idx="4" hasCustomPrompt="1"/>
          </p:nvPr>
        </p:nvSpPr>
        <p:spPr>
          <a:xfrm>
            <a:off x="1819150" y="3340471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3" name="Google Shape;443;p33"/>
          <p:cNvSpPr txBox="1">
            <a:spLocks noGrp="1"/>
          </p:cNvSpPr>
          <p:nvPr>
            <p:ph type="subTitle" idx="5"/>
          </p:nvPr>
        </p:nvSpPr>
        <p:spPr>
          <a:xfrm>
            <a:off x="1819150" y="412269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dk2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5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5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5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5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5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0" name="Google Shape;470;p35"/>
          <p:cNvGrpSpPr/>
          <p:nvPr/>
        </p:nvGrpSpPr>
        <p:grpSpPr>
          <a:xfrm rot="-400934">
            <a:off x="84239" y="-1490912"/>
            <a:ext cx="7753939" cy="10833054"/>
            <a:chOff x="6260625" y="2712350"/>
            <a:chExt cx="1146175" cy="1601325"/>
          </a:xfrm>
        </p:grpSpPr>
        <p:sp>
          <p:nvSpPr>
            <p:cNvPr id="471" name="Google Shape;471;p3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4" name="Google Shape;474;p35"/>
          <p:cNvGrpSpPr/>
          <p:nvPr/>
        </p:nvGrpSpPr>
        <p:grpSpPr>
          <a:xfrm rot="460823">
            <a:off x="639485" y="-711"/>
            <a:ext cx="8571368" cy="12073428"/>
            <a:chOff x="6949425" y="870600"/>
            <a:chExt cx="1155475" cy="1627575"/>
          </a:xfrm>
        </p:grpSpPr>
        <p:sp>
          <p:nvSpPr>
            <p:cNvPr id="475" name="Google Shape;475;p35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5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7" name="Google Shape;477;p3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78" name="Google Shape;478;p35"/>
          <p:cNvSpPr txBox="1">
            <a:spLocks noGrp="1"/>
          </p:cNvSpPr>
          <p:nvPr>
            <p:ph type="subTitle" idx="1"/>
          </p:nvPr>
        </p:nvSpPr>
        <p:spPr>
          <a:xfrm rot="209466">
            <a:off x="3537381" y="1620421"/>
            <a:ext cx="3522537" cy="14138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79" name="Google Shape;479;p35"/>
          <p:cNvSpPr txBox="1"/>
          <p:nvPr/>
        </p:nvSpPr>
        <p:spPr>
          <a:xfrm>
            <a:off x="2726825" y="3482857"/>
            <a:ext cx="46104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CREDITS: This presentation template was created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, including icons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 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and infographics &amp; images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dirty="0">
              <a:solidFill>
                <a:schemeClr val="accent1"/>
              </a:solidFill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dk2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6"/>
          <p:cNvSpPr/>
          <p:nvPr/>
        </p:nvSpPr>
        <p:spPr>
          <a:xfrm rot="8996590">
            <a:off x="-1067434" y="-60085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6"/>
          <p:cNvSpPr/>
          <p:nvPr/>
        </p:nvSpPr>
        <p:spPr>
          <a:xfrm rot="-1049239">
            <a:off x="7873446" y="4546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6"/>
          <p:cNvSpPr/>
          <p:nvPr/>
        </p:nvSpPr>
        <p:spPr>
          <a:xfrm rot="-3705843">
            <a:off x="8331951" y="1340731"/>
            <a:ext cx="1749037" cy="106864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4" name="Google Shape;484;p36"/>
          <p:cNvGrpSpPr/>
          <p:nvPr/>
        </p:nvGrpSpPr>
        <p:grpSpPr>
          <a:xfrm rot="10273671">
            <a:off x="217120" y="-293383"/>
            <a:ext cx="9470444" cy="13231373"/>
            <a:chOff x="6260625" y="2712350"/>
            <a:chExt cx="1146175" cy="1601325"/>
          </a:xfrm>
        </p:grpSpPr>
        <p:sp>
          <p:nvSpPr>
            <p:cNvPr id="485" name="Google Shape;485;p36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6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6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8" name="Google Shape;488;p36"/>
          <p:cNvSpPr/>
          <p:nvPr/>
        </p:nvSpPr>
        <p:spPr>
          <a:xfrm rot="-8803004">
            <a:off x="5686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36"/>
          <p:cNvSpPr/>
          <p:nvPr/>
        </p:nvSpPr>
        <p:spPr>
          <a:xfrm rot="-1954942" flipH="1">
            <a:off x="31965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_1">
    <p:bg>
      <p:bgPr>
        <a:solidFill>
          <a:schemeClr val="dk2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7"/>
          <p:cNvSpPr/>
          <p:nvPr/>
        </p:nvSpPr>
        <p:spPr>
          <a:xfrm rot="-8803004">
            <a:off x="4162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37"/>
          <p:cNvSpPr/>
          <p:nvPr/>
        </p:nvSpPr>
        <p:spPr>
          <a:xfrm rot="5665293">
            <a:off x="-789192" y="4062093"/>
            <a:ext cx="1749184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7"/>
          <p:cNvSpPr/>
          <p:nvPr/>
        </p:nvSpPr>
        <p:spPr>
          <a:xfrm rot="-1049239">
            <a:off x="7873446" y="4165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7"/>
          <p:cNvSpPr/>
          <p:nvPr/>
        </p:nvSpPr>
        <p:spPr>
          <a:xfrm rot="-5400000">
            <a:off x="8255749" y="-10708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7"/>
          <p:cNvSpPr/>
          <p:nvPr/>
        </p:nvSpPr>
        <p:spPr>
          <a:xfrm rot="-1954942" flipH="1">
            <a:off x="44919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6" name="Google Shape;496;p37"/>
          <p:cNvGrpSpPr/>
          <p:nvPr/>
        </p:nvGrpSpPr>
        <p:grpSpPr>
          <a:xfrm rot="-393538">
            <a:off x="-522989" y="-7879675"/>
            <a:ext cx="9470363" cy="13231254"/>
            <a:chOff x="6260625" y="2712350"/>
            <a:chExt cx="1146175" cy="1601325"/>
          </a:xfrm>
        </p:grpSpPr>
        <p:sp>
          <p:nvSpPr>
            <p:cNvPr id="497" name="Google Shape;497;p3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6"/>
          <p:cNvSpPr/>
          <p:nvPr/>
        </p:nvSpPr>
        <p:spPr>
          <a:xfrm rot="-7129687">
            <a:off x="7946841" y="-111053"/>
            <a:ext cx="1749110" cy="106868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6"/>
          <p:cNvSpPr/>
          <p:nvPr/>
        </p:nvSpPr>
        <p:spPr>
          <a:xfrm rot="1652016">
            <a:off x="3144222" y="4661942"/>
            <a:ext cx="1749169" cy="106872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6"/>
          <p:cNvSpPr/>
          <p:nvPr/>
        </p:nvSpPr>
        <p:spPr>
          <a:xfrm rot="-9750761">
            <a:off x="-43638" y="-47475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6"/>
          <p:cNvSpPr/>
          <p:nvPr/>
        </p:nvSpPr>
        <p:spPr>
          <a:xfrm rot="10019859">
            <a:off x="7711913" y="4074159"/>
            <a:ext cx="1749120" cy="106869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"/>
          <p:cNvSpPr/>
          <p:nvPr/>
        </p:nvSpPr>
        <p:spPr>
          <a:xfrm rot="7229292">
            <a:off x="-894848" y="2251427"/>
            <a:ext cx="1749185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4499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dk2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/>
          <p:nvPr/>
        </p:nvSpPr>
        <p:spPr>
          <a:xfrm rot="-7461925" flipH="1">
            <a:off x="8408645" y="1233599"/>
            <a:ext cx="1749147" cy="106870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7"/>
          <p:cNvSpPr/>
          <p:nvPr/>
        </p:nvSpPr>
        <p:spPr>
          <a:xfrm rot="6122756">
            <a:off x="-792938" y="4234941"/>
            <a:ext cx="1749085" cy="106867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7"/>
          <p:cNvSpPr/>
          <p:nvPr/>
        </p:nvSpPr>
        <p:spPr>
          <a:xfrm rot="-2228693">
            <a:off x="8168268" y="3835041"/>
            <a:ext cx="1749245" cy="10687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7"/>
          <p:cNvSpPr/>
          <p:nvPr/>
        </p:nvSpPr>
        <p:spPr>
          <a:xfrm rot="10097674">
            <a:off x="-466956" y="-11245"/>
            <a:ext cx="1749222" cy="106875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2" name="Google Shape;192;p17"/>
          <p:cNvGrpSpPr/>
          <p:nvPr/>
        </p:nvGrpSpPr>
        <p:grpSpPr>
          <a:xfrm rot="-491913">
            <a:off x="-10878" y="-380844"/>
            <a:ext cx="9470554" cy="13231501"/>
            <a:chOff x="6260625" y="2712350"/>
            <a:chExt cx="1146175" cy="1601325"/>
          </a:xfrm>
        </p:grpSpPr>
        <p:sp>
          <p:nvSpPr>
            <p:cNvPr id="193" name="Google Shape;193;p1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" name="Google Shape;19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7"/>
          <p:cNvSpPr/>
          <p:nvPr/>
        </p:nvSpPr>
        <p:spPr>
          <a:xfrm rot="-1996996" flipH="1">
            <a:off x="2524617" y="4878143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7941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chemeClr val="accent1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1"/>
          <p:cNvSpPr/>
          <p:nvPr/>
        </p:nvSpPr>
        <p:spPr>
          <a:xfrm rot="-8803004">
            <a:off x="1311492" y="-596389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1"/>
          <p:cNvSpPr/>
          <p:nvPr/>
        </p:nvSpPr>
        <p:spPr>
          <a:xfrm rot="9243454">
            <a:off x="-592793" y="90497"/>
            <a:ext cx="1749178" cy="106872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1"/>
          <p:cNvSpPr/>
          <p:nvPr/>
        </p:nvSpPr>
        <p:spPr>
          <a:xfrm rot="4712302">
            <a:off x="-546090" y="4303606"/>
            <a:ext cx="1748947" cy="106858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1"/>
          <p:cNvSpPr/>
          <p:nvPr/>
        </p:nvSpPr>
        <p:spPr>
          <a:xfrm rot="-2262248">
            <a:off x="8203522" y="4074196"/>
            <a:ext cx="1749095" cy="106867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1"/>
          <p:cNvSpPr txBox="1">
            <a:spLocks noGrp="1"/>
          </p:cNvSpPr>
          <p:nvPr>
            <p:ph type="subTitle" idx="1"/>
          </p:nvPr>
        </p:nvSpPr>
        <p:spPr>
          <a:xfrm>
            <a:off x="3446700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31"/>
          <p:cNvSpPr txBox="1">
            <a:spLocks noGrp="1"/>
          </p:cNvSpPr>
          <p:nvPr>
            <p:ph type="subTitle" idx="2"/>
          </p:nvPr>
        </p:nvSpPr>
        <p:spPr>
          <a:xfrm>
            <a:off x="61733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31"/>
          <p:cNvSpPr txBox="1">
            <a:spLocks noGrp="1"/>
          </p:cNvSpPr>
          <p:nvPr>
            <p:ph type="subTitle" idx="3"/>
          </p:nvPr>
        </p:nvSpPr>
        <p:spPr>
          <a:xfrm>
            <a:off x="3446700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31"/>
          <p:cNvSpPr txBox="1">
            <a:spLocks noGrp="1"/>
          </p:cNvSpPr>
          <p:nvPr>
            <p:ph type="subTitle" idx="4"/>
          </p:nvPr>
        </p:nvSpPr>
        <p:spPr>
          <a:xfrm>
            <a:off x="61733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31"/>
          <p:cNvSpPr txBox="1">
            <a:spLocks noGrp="1"/>
          </p:cNvSpPr>
          <p:nvPr>
            <p:ph type="subTitle" idx="5"/>
          </p:nvPr>
        </p:nvSpPr>
        <p:spPr>
          <a:xfrm>
            <a:off x="344665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4" name="Google Shape;394;p31"/>
          <p:cNvSpPr txBox="1">
            <a:spLocks noGrp="1"/>
          </p:cNvSpPr>
          <p:nvPr>
            <p:ph type="subTitle" idx="6"/>
          </p:nvPr>
        </p:nvSpPr>
        <p:spPr>
          <a:xfrm>
            <a:off x="6173375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5" name="Google Shape;395;p31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6" name="Google Shape;396;p31"/>
          <p:cNvSpPr txBox="1">
            <a:spLocks noGrp="1"/>
          </p:cNvSpPr>
          <p:nvPr>
            <p:ph type="subTitle" idx="8"/>
          </p:nvPr>
        </p:nvSpPr>
        <p:spPr>
          <a:xfrm>
            <a:off x="6173375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7" name="Google Shape;39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31"/>
          <p:cNvSpPr/>
          <p:nvPr/>
        </p:nvSpPr>
        <p:spPr>
          <a:xfrm rot="-1954942" flipH="1">
            <a:off x="5227098" y="491021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1"/>
          <p:cNvSpPr/>
          <p:nvPr/>
        </p:nvSpPr>
        <p:spPr>
          <a:xfrm rot="-5400000">
            <a:off x="8051131" y="42307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1"/>
          <p:cNvSpPr txBox="1">
            <a:spLocks noGrp="1"/>
          </p:cNvSpPr>
          <p:nvPr>
            <p:ph type="subTitle" idx="9"/>
          </p:nvPr>
        </p:nvSpPr>
        <p:spPr>
          <a:xfrm>
            <a:off x="7199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31"/>
          <p:cNvSpPr txBox="1">
            <a:spLocks noGrp="1"/>
          </p:cNvSpPr>
          <p:nvPr>
            <p:ph type="subTitle" idx="13"/>
          </p:nvPr>
        </p:nvSpPr>
        <p:spPr>
          <a:xfrm>
            <a:off x="7199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31"/>
          <p:cNvSpPr txBox="1">
            <a:spLocks noGrp="1"/>
          </p:cNvSpPr>
          <p:nvPr>
            <p:ph type="subTitle" idx="14"/>
          </p:nvPr>
        </p:nvSpPr>
        <p:spPr>
          <a:xfrm>
            <a:off x="72000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03" name="Google Shape;403;p31"/>
          <p:cNvSpPr txBox="1">
            <a:spLocks noGrp="1"/>
          </p:cNvSpPr>
          <p:nvPr>
            <p:ph type="subTitle" idx="15"/>
          </p:nvPr>
        </p:nvSpPr>
        <p:spPr>
          <a:xfrm>
            <a:off x="72000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9809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61" r:id="rId4"/>
    <p:sldLayoutId id="2147483669" r:id="rId5"/>
    <p:sldLayoutId id="2147483679" r:id="rId6"/>
    <p:sldLayoutId id="2147483681" r:id="rId7"/>
    <p:sldLayoutId id="2147483682" r:id="rId8"/>
    <p:sldLayoutId id="2147483683" r:id="rId9"/>
    <p:sldLayoutId id="2147483687" r:id="rId10"/>
    <p:sldLayoutId id="2147483688" r:id="rId11"/>
    <p:sldLayoutId id="214748368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41"/>
          <p:cNvGrpSpPr/>
          <p:nvPr/>
        </p:nvGrpSpPr>
        <p:grpSpPr>
          <a:xfrm rot="-760393">
            <a:off x="2457501" y="659143"/>
            <a:ext cx="4821173" cy="3295457"/>
            <a:chOff x="8224325" y="1877325"/>
            <a:chExt cx="449175" cy="307025"/>
          </a:xfrm>
        </p:grpSpPr>
        <p:sp>
          <p:nvSpPr>
            <p:cNvPr id="511" name="Google Shape;511;p41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3" name="Google Shape;513;p41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515" name="Google Shape;515;p41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en-US" sz="3600" dirty="0"/>
              <a:t>Introduction to Object-Oriented Programming: Java</a:t>
            </a:r>
            <a:endParaRPr sz="3600" dirty="0"/>
          </a:p>
        </p:txBody>
      </p:sp>
      <p:grpSp>
        <p:nvGrpSpPr>
          <p:cNvPr id="602" name="Google Shape;602;p41"/>
          <p:cNvGrpSpPr/>
          <p:nvPr/>
        </p:nvGrpSpPr>
        <p:grpSpPr>
          <a:xfrm>
            <a:off x="1749478" y="952791"/>
            <a:ext cx="1422751" cy="1049964"/>
            <a:chOff x="6409858" y="765723"/>
            <a:chExt cx="1553730" cy="1146624"/>
          </a:xfrm>
        </p:grpSpPr>
        <p:grpSp>
          <p:nvGrpSpPr>
            <p:cNvPr id="603" name="Google Shape;603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4" name="Google Shape;604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6" name="Google Shape;606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7" name="Google Shape;607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1" name="Google Shape;1162;p56">
            <a:extLst>
              <a:ext uri="{FF2B5EF4-FFF2-40B4-BE49-F238E27FC236}">
                <a16:creationId xmlns:a16="http://schemas.microsoft.com/office/drawing/2014/main" id="{1D01D9F1-042B-4F37-BD7D-65D56A7E7138}"/>
              </a:ext>
            </a:extLst>
          </p:cNvPr>
          <p:cNvGrpSpPr/>
          <p:nvPr/>
        </p:nvGrpSpPr>
        <p:grpSpPr>
          <a:xfrm rot="235971">
            <a:off x="6899074" y="2624521"/>
            <a:ext cx="1094784" cy="1564101"/>
            <a:chOff x="2545977" y="765737"/>
            <a:chExt cx="1317340" cy="1882063"/>
          </a:xfrm>
        </p:grpSpPr>
        <p:grpSp>
          <p:nvGrpSpPr>
            <p:cNvPr id="102" name="Google Shape;1163;p56">
              <a:extLst>
                <a:ext uri="{FF2B5EF4-FFF2-40B4-BE49-F238E27FC236}">
                  <a16:creationId xmlns:a16="http://schemas.microsoft.com/office/drawing/2014/main" id="{E205E7D0-1C1F-4311-9100-08F94FC1AF69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9" name="Google Shape;1164;p56">
                <a:extLst>
                  <a:ext uri="{FF2B5EF4-FFF2-40B4-BE49-F238E27FC236}">
                    <a16:creationId xmlns:a16="http://schemas.microsoft.com/office/drawing/2014/main" id="{CEE6372F-0005-4BF8-B410-F68BBF82A6C2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65;p56">
                <a:extLst>
                  <a:ext uri="{FF2B5EF4-FFF2-40B4-BE49-F238E27FC236}">
                    <a16:creationId xmlns:a16="http://schemas.microsoft.com/office/drawing/2014/main" id="{3589FFFE-4FA2-494C-A024-B01D4EB5F69C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66;p56">
                <a:extLst>
                  <a:ext uri="{FF2B5EF4-FFF2-40B4-BE49-F238E27FC236}">
                    <a16:creationId xmlns:a16="http://schemas.microsoft.com/office/drawing/2014/main" id="{72CE383B-3FDE-442A-B077-EAAF30A87898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67;p56">
                <a:extLst>
                  <a:ext uri="{FF2B5EF4-FFF2-40B4-BE49-F238E27FC236}">
                    <a16:creationId xmlns:a16="http://schemas.microsoft.com/office/drawing/2014/main" id="{B4697377-C252-4517-B5CA-3D32B0458C11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68;p56">
                <a:extLst>
                  <a:ext uri="{FF2B5EF4-FFF2-40B4-BE49-F238E27FC236}">
                    <a16:creationId xmlns:a16="http://schemas.microsoft.com/office/drawing/2014/main" id="{012DCA13-73DE-45EA-B4DB-2A52FCF60F02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169;p56">
              <a:extLst>
                <a:ext uri="{FF2B5EF4-FFF2-40B4-BE49-F238E27FC236}">
                  <a16:creationId xmlns:a16="http://schemas.microsoft.com/office/drawing/2014/main" id="{5BB73C19-52B1-4D83-9C6D-C81966E87022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4" name="Google Shape;1170;p56">
                <a:extLst>
                  <a:ext uri="{FF2B5EF4-FFF2-40B4-BE49-F238E27FC236}">
                    <a16:creationId xmlns:a16="http://schemas.microsoft.com/office/drawing/2014/main" id="{7ABCEA79-BD9D-4576-979D-307ECAF38C79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171;p56">
                <a:extLst>
                  <a:ext uri="{FF2B5EF4-FFF2-40B4-BE49-F238E27FC236}">
                    <a16:creationId xmlns:a16="http://schemas.microsoft.com/office/drawing/2014/main" id="{80F7D46B-7510-44BF-94BC-46055A90E4CA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172;p56">
                <a:extLst>
                  <a:ext uri="{FF2B5EF4-FFF2-40B4-BE49-F238E27FC236}">
                    <a16:creationId xmlns:a16="http://schemas.microsoft.com/office/drawing/2014/main" id="{80C39A46-F217-4DD6-94FE-E5ECF841EE12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173;p56">
                <a:extLst>
                  <a:ext uri="{FF2B5EF4-FFF2-40B4-BE49-F238E27FC236}">
                    <a16:creationId xmlns:a16="http://schemas.microsoft.com/office/drawing/2014/main" id="{3816B59C-1E76-4CC7-B77A-C2E0B8D03B2E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174;p56">
                <a:extLst>
                  <a:ext uri="{FF2B5EF4-FFF2-40B4-BE49-F238E27FC236}">
                    <a16:creationId xmlns:a16="http://schemas.microsoft.com/office/drawing/2014/main" id="{78827BD8-75E8-4D1E-96B6-F31D01C22611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8800" dirty="0"/>
              <a:t>Chapter 7</a:t>
            </a:r>
            <a:endParaRPr sz="8800"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600"/>
              </a:spcAft>
            </a:pPr>
            <a:r>
              <a:rPr lang="en-US" sz="2800" b="1" dirty="0"/>
              <a:t>Arrays</a:t>
            </a:r>
            <a:endParaRPr sz="2800" b="1"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3524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Vocabulary, Concepts, and  Skills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00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2"/>
          <p:cNvSpPr/>
          <p:nvPr/>
        </p:nvSpPr>
        <p:spPr>
          <a:xfrm>
            <a:off x="474133" y="1017726"/>
            <a:ext cx="8051667" cy="384778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VOCABULARY</a:t>
            </a:r>
            <a:endParaRPr dirty="0"/>
          </a:p>
        </p:txBody>
      </p:sp>
      <p:sp>
        <p:nvSpPr>
          <p:cNvPr id="619" name="Google Shape;619;p42"/>
          <p:cNvSpPr/>
          <p:nvPr/>
        </p:nvSpPr>
        <p:spPr>
          <a:xfrm rot="2369484" flipH="1">
            <a:off x="7614645" y="1036251"/>
            <a:ext cx="1395379" cy="626570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E3D35F-F779-4EAD-9964-332587CDF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022343"/>
              </p:ext>
            </p:extLst>
          </p:nvPr>
        </p:nvGraphicFramePr>
        <p:xfrm>
          <a:off x="720000" y="1631494"/>
          <a:ext cx="7437014" cy="2225040"/>
        </p:xfrm>
        <a:graphic>
          <a:graphicData uri="http://schemas.openxmlformats.org/drawingml/2006/table">
            <a:tbl>
              <a:tblPr firstRow="1" bandRow="1">
                <a:tableStyleId>{2ABC2007-4194-44C9-A730-8082A69096D6}</a:tableStyleId>
              </a:tblPr>
              <a:tblGrid>
                <a:gridCol w="4057174">
                  <a:extLst>
                    <a:ext uri="{9D8B030D-6E8A-4147-A177-3AD203B41FA5}">
                      <a16:colId xmlns:a16="http://schemas.microsoft.com/office/drawing/2014/main" val="2268517981"/>
                    </a:ext>
                  </a:extLst>
                </a:gridCol>
                <a:gridCol w="3379840">
                  <a:extLst>
                    <a:ext uri="{9D8B030D-6E8A-4147-A177-3AD203B41FA5}">
                      <a16:colId xmlns:a16="http://schemas.microsoft.com/office/drawing/2014/main" val="853732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Array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Off-By-One Error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49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Dimension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Sequential Search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419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Index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Binary Search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3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The for each Loop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The Selection Sort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45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Exception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Named Constants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482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 err="1"/>
                        <a:t>ArrayIndexOutOfBounds</a:t>
                      </a:r>
                      <a:r>
                        <a:rPr lang="en-US" sz="1800" b="1" dirty="0"/>
                        <a:t> Exception</a:t>
                      </a:r>
                      <a:endParaRPr lang="en-US" sz="1800" b="1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Parallel Arrays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6602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63"/>
          <p:cNvSpPr/>
          <p:nvPr/>
        </p:nvSpPr>
        <p:spPr>
          <a:xfrm rot="-51583">
            <a:off x="1322081" y="1210281"/>
            <a:ext cx="6997988" cy="3465689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6" name="Google Shape;1426;p63"/>
          <p:cNvSpPr/>
          <p:nvPr/>
        </p:nvSpPr>
        <p:spPr>
          <a:xfrm rot="368388" flipH="1">
            <a:off x="907814" y="752590"/>
            <a:ext cx="1475671" cy="983527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63"/>
          <p:cNvSpPr/>
          <p:nvPr/>
        </p:nvSpPr>
        <p:spPr>
          <a:xfrm rot="-9526585" flipH="1">
            <a:off x="4150346" y="4192931"/>
            <a:ext cx="1475686" cy="983555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6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CONCEPTS</a:t>
            </a:r>
            <a:endParaRPr dirty="0"/>
          </a:p>
        </p:txBody>
      </p:sp>
      <p:sp>
        <p:nvSpPr>
          <p:cNvPr id="1429" name="Google Shape;1429;p63"/>
          <p:cNvSpPr/>
          <p:nvPr/>
        </p:nvSpPr>
        <p:spPr>
          <a:xfrm>
            <a:off x="2436163" y="2535780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63"/>
          <p:cNvSpPr/>
          <p:nvPr/>
        </p:nvSpPr>
        <p:spPr>
          <a:xfrm>
            <a:off x="4481559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63"/>
          <p:cNvSpPr/>
          <p:nvPr/>
        </p:nvSpPr>
        <p:spPr>
          <a:xfrm>
            <a:off x="6526965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32" name="Google Shape;1432;p63"/>
          <p:cNvCxnSpPr>
            <a:stCxn id="1433" idx="6"/>
            <a:endCxn id="1429" idx="2"/>
          </p:cNvCxnSpPr>
          <p:nvPr/>
        </p:nvCxnSpPr>
        <p:spPr>
          <a:xfrm>
            <a:off x="1671163" y="2918280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4" name="Google Shape;1434;p63"/>
          <p:cNvCxnSpPr>
            <a:stCxn id="1429" idx="6"/>
            <a:endCxn id="1430" idx="2"/>
          </p:cNvCxnSpPr>
          <p:nvPr/>
        </p:nvCxnSpPr>
        <p:spPr>
          <a:xfrm>
            <a:off x="3201163" y="2918280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" name="Google Shape;1435;p63"/>
          <p:cNvCxnSpPr>
            <a:stCxn id="1430" idx="6"/>
            <a:endCxn id="1431" idx="2"/>
          </p:cNvCxnSpPr>
          <p:nvPr/>
        </p:nvCxnSpPr>
        <p:spPr>
          <a:xfrm>
            <a:off x="5246559" y="2918292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6" name="Google Shape;1436;p63"/>
          <p:cNvCxnSpPr>
            <a:stCxn id="1431" idx="6"/>
            <a:endCxn id="1437" idx="2"/>
          </p:cNvCxnSpPr>
          <p:nvPr/>
        </p:nvCxnSpPr>
        <p:spPr>
          <a:xfrm>
            <a:off x="7291965" y="2918292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39" name="Google Shape;1439;p63"/>
          <p:cNvSpPr txBox="1"/>
          <p:nvPr/>
        </p:nvSpPr>
        <p:spPr>
          <a:xfrm>
            <a:off x="5143192" y="3300779"/>
            <a:ext cx="2767526" cy="85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The last element in an array is [dimension-1]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4" name="Google Shape;1444;p63"/>
          <p:cNvSpPr/>
          <p:nvPr/>
        </p:nvSpPr>
        <p:spPr>
          <a:xfrm>
            <a:off x="2522864" y="2603648"/>
            <a:ext cx="591634" cy="582552"/>
          </a:xfrm>
          <a:custGeom>
            <a:avLst/>
            <a:gdLst/>
            <a:ahLst/>
            <a:cxnLst/>
            <a:rect l="l" t="t" r="r" b="b"/>
            <a:pathLst>
              <a:path w="10814" h="10648" extrusionOk="0">
                <a:moveTo>
                  <a:pt x="5372" y="1066"/>
                </a:moveTo>
                <a:lnTo>
                  <a:pt x="5764" y="1780"/>
                </a:lnTo>
                <a:lnTo>
                  <a:pt x="5372" y="2173"/>
                </a:lnTo>
                <a:lnTo>
                  <a:pt x="4979" y="1780"/>
                </a:lnTo>
                <a:lnTo>
                  <a:pt x="5372" y="1066"/>
                </a:lnTo>
                <a:close/>
                <a:moveTo>
                  <a:pt x="2356" y="2066"/>
                </a:moveTo>
                <a:lnTo>
                  <a:pt x="3141" y="3654"/>
                </a:lnTo>
                <a:lnTo>
                  <a:pt x="3052" y="3796"/>
                </a:lnTo>
                <a:cubicBezTo>
                  <a:pt x="2987" y="3731"/>
                  <a:pt x="2903" y="3700"/>
                  <a:pt x="2820" y="3700"/>
                </a:cubicBezTo>
                <a:cubicBezTo>
                  <a:pt x="2720" y="3700"/>
                  <a:pt x="2620" y="3745"/>
                  <a:pt x="2552" y="3832"/>
                </a:cubicBezTo>
                <a:lnTo>
                  <a:pt x="1696" y="4867"/>
                </a:lnTo>
                <a:lnTo>
                  <a:pt x="982" y="4867"/>
                </a:lnTo>
                <a:lnTo>
                  <a:pt x="2356" y="2066"/>
                </a:lnTo>
                <a:close/>
                <a:moveTo>
                  <a:pt x="8458" y="2066"/>
                </a:moveTo>
                <a:lnTo>
                  <a:pt x="9832" y="4867"/>
                </a:lnTo>
                <a:lnTo>
                  <a:pt x="9047" y="4867"/>
                </a:lnTo>
                <a:lnTo>
                  <a:pt x="8173" y="3832"/>
                </a:lnTo>
                <a:cubicBezTo>
                  <a:pt x="8105" y="3745"/>
                  <a:pt x="8011" y="3700"/>
                  <a:pt x="7913" y="3700"/>
                </a:cubicBezTo>
                <a:cubicBezTo>
                  <a:pt x="7831" y="3700"/>
                  <a:pt x="7746" y="3731"/>
                  <a:pt x="7673" y="3796"/>
                </a:cubicBezTo>
                <a:lnTo>
                  <a:pt x="7638" y="3725"/>
                </a:lnTo>
                <a:lnTo>
                  <a:pt x="8458" y="2066"/>
                </a:lnTo>
                <a:close/>
                <a:moveTo>
                  <a:pt x="6121" y="2405"/>
                </a:moveTo>
                <a:cubicBezTo>
                  <a:pt x="6282" y="2708"/>
                  <a:pt x="7120" y="4207"/>
                  <a:pt x="7209" y="4367"/>
                </a:cubicBezTo>
                <a:lnTo>
                  <a:pt x="5907" y="5902"/>
                </a:lnTo>
                <a:cubicBezTo>
                  <a:pt x="5835" y="6009"/>
                  <a:pt x="5818" y="6134"/>
                  <a:pt x="5853" y="6241"/>
                </a:cubicBezTo>
                <a:lnTo>
                  <a:pt x="4890" y="6241"/>
                </a:lnTo>
                <a:cubicBezTo>
                  <a:pt x="4925" y="6134"/>
                  <a:pt x="4908" y="6009"/>
                  <a:pt x="4836" y="5902"/>
                </a:cubicBezTo>
                <a:lnTo>
                  <a:pt x="3516" y="4332"/>
                </a:lnTo>
                <a:cubicBezTo>
                  <a:pt x="3587" y="4278"/>
                  <a:pt x="3516" y="4403"/>
                  <a:pt x="4622" y="2405"/>
                </a:cubicBezTo>
                <a:lnTo>
                  <a:pt x="5122" y="2904"/>
                </a:lnTo>
                <a:cubicBezTo>
                  <a:pt x="5193" y="2976"/>
                  <a:pt x="5282" y="3011"/>
                  <a:pt x="5372" y="3011"/>
                </a:cubicBezTo>
                <a:cubicBezTo>
                  <a:pt x="5461" y="3011"/>
                  <a:pt x="5550" y="2976"/>
                  <a:pt x="5621" y="2904"/>
                </a:cubicBezTo>
                <a:lnTo>
                  <a:pt x="6121" y="2405"/>
                </a:lnTo>
                <a:close/>
                <a:moveTo>
                  <a:pt x="2820" y="4599"/>
                </a:moveTo>
                <a:lnTo>
                  <a:pt x="3819" y="5777"/>
                </a:lnTo>
                <a:lnTo>
                  <a:pt x="3516" y="5777"/>
                </a:lnTo>
                <a:cubicBezTo>
                  <a:pt x="3230" y="5777"/>
                  <a:pt x="3070" y="6116"/>
                  <a:pt x="3248" y="6330"/>
                </a:cubicBezTo>
                <a:lnTo>
                  <a:pt x="3873" y="7169"/>
                </a:lnTo>
                <a:lnTo>
                  <a:pt x="3516" y="7169"/>
                </a:lnTo>
                <a:cubicBezTo>
                  <a:pt x="3230" y="7169"/>
                  <a:pt x="3070" y="7490"/>
                  <a:pt x="3248" y="7722"/>
                </a:cubicBezTo>
                <a:lnTo>
                  <a:pt x="3873" y="8560"/>
                </a:lnTo>
                <a:lnTo>
                  <a:pt x="1785" y="8560"/>
                </a:lnTo>
                <a:lnTo>
                  <a:pt x="2410" y="7722"/>
                </a:lnTo>
                <a:cubicBezTo>
                  <a:pt x="2588" y="7490"/>
                  <a:pt x="2427" y="7169"/>
                  <a:pt x="2142" y="7169"/>
                </a:cubicBezTo>
                <a:lnTo>
                  <a:pt x="1785" y="7169"/>
                </a:lnTo>
                <a:lnTo>
                  <a:pt x="2410" y="6330"/>
                </a:lnTo>
                <a:cubicBezTo>
                  <a:pt x="2588" y="6116"/>
                  <a:pt x="2427" y="5777"/>
                  <a:pt x="2142" y="5777"/>
                </a:cubicBezTo>
                <a:lnTo>
                  <a:pt x="1839" y="5777"/>
                </a:lnTo>
                <a:cubicBezTo>
                  <a:pt x="1946" y="5634"/>
                  <a:pt x="2731" y="4706"/>
                  <a:pt x="2820" y="4599"/>
                </a:cubicBezTo>
                <a:close/>
                <a:moveTo>
                  <a:pt x="7923" y="4599"/>
                </a:moveTo>
                <a:cubicBezTo>
                  <a:pt x="8012" y="4706"/>
                  <a:pt x="8779" y="5634"/>
                  <a:pt x="8904" y="5777"/>
                </a:cubicBezTo>
                <a:lnTo>
                  <a:pt x="8601" y="5777"/>
                </a:lnTo>
                <a:cubicBezTo>
                  <a:pt x="8316" y="5777"/>
                  <a:pt x="8155" y="6116"/>
                  <a:pt x="8333" y="6330"/>
                </a:cubicBezTo>
                <a:lnTo>
                  <a:pt x="8958" y="7169"/>
                </a:lnTo>
                <a:lnTo>
                  <a:pt x="8601" y="7169"/>
                </a:lnTo>
                <a:cubicBezTo>
                  <a:pt x="8316" y="7169"/>
                  <a:pt x="8155" y="7490"/>
                  <a:pt x="8333" y="7722"/>
                </a:cubicBezTo>
                <a:lnTo>
                  <a:pt x="8958" y="8560"/>
                </a:lnTo>
                <a:lnTo>
                  <a:pt x="6870" y="8560"/>
                </a:lnTo>
                <a:lnTo>
                  <a:pt x="7495" y="7722"/>
                </a:lnTo>
                <a:cubicBezTo>
                  <a:pt x="7673" y="7490"/>
                  <a:pt x="7513" y="7169"/>
                  <a:pt x="7227" y="7169"/>
                </a:cubicBezTo>
                <a:lnTo>
                  <a:pt x="6870" y="7169"/>
                </a:lnTo>
                <a:lnTo>
                  <a:pt x="7495" y="6330"/>
                </a:lnTo>
                <a:cubicBezTo>
                  <a:pt x="7673" y="6116"/>
                  <a:pt x="7513" y="5777"/>
                  <a:pt x="7227" y="5777"/>
                </a:cubicBezTo>
                <a:lnTo>
                  <a:pt x="6924" y="5777"/>
                </a:lnTo>
                <a:lnTo>
                  <a:pt x="7923" y="4599"/>
                </a:lnTo>
                <a:close/>
                <a:moveTo>
                  <a:pt x="6174" y="6937"/>
                </a:moveTo>
                <a:lnTo>
                  <a:pt x="5907" y="7311"/>
                </a:lnTo>
                <a:cubicBezTo>
                  <a:pt x="5728" y="7543"/>
                  <a:pt x="5889" y="7864"/>
                  <a:pt x="6174" y="7864"/>
                </a:cubicBezTo>
                <a:lnTo>
                  <a:pt x="6531" y="7864"/>
                </a:lnTo>
                <a:lnTo>
                  <a:pt x="5907" y="8703"/>
                </a:lnTo>
                <a:cubicBezTo>
                  <a:pt x="5728" y="8917"/>
                  <a:pt x="5889" y="9256"/>
                  <a:pt x="6174" y="9256"/>
                </a:cubicBezTo>
                <a:lnTo>
                  <a:pt x="7566" y="9256"/>
                </a:lnTo>
                <a:lnTo>
                  <a:pt x="7566" y="9952"/>
                </a:lnTo>
                <a:lnTo>
                  <a:pt x="3177" y="9952"/>
                </a:lnTo>
                <a:lnTo>
                  <a:pt x="3177" y="9256"/>
                </a:lnTo>
                <a:lnTo>
                  <a:pt x="4569" y="9256"/>
                </a:lnTo>
                <a:cubicBezTo>
                  <a:pt x="4854" y="9256"/>
                  <a:pt x="5015" y="8917"/>
                  <a:pt x="4836" y="8703"/>
                </a:cubicBezTo>
                <a:lnTo>
                  <a:pt x="4212" y="7864"/>
                </a:lnTo>
                <a:lnTo>
                  <a:pt x="4569" y="7864"/>
                </a:lnTo>
                <a:cubicBezTo>
                  <a:pt x="4854" y="7864"/>
                  <a:pt x="5015" y="7543"/>
                  <a:pt x="4836" y="7311"/>
                </a:cubicBezTo>
                <a:lnTo>
                  <a:pt x="4569" y="6937"/>
                </a:lnTo>
                <a:close/>
                <a:moveTo>
                  <a:pt x="5372" y="0"/>
                </a:moveTo>
                <a:cubicBezTo>
                  <a:pt x="5251" y="0"/>
                  <a:pt x="5131" y="58"/>
                  <a:pt x="5068" y="174"/>
                </a:cubicBezTo>
                <a:lnTo>
                  <a:pt x="3552" y="2922"/>
                </a:lnTo>
                <a:lnTo>
                  <a:pt x="2659" y="1120"/>
                </a:lnTo>
                <a:cubicBezTo>
                  <a:pt x="2597" y="995"/>
                  <a:pt x="2472" y="933"/>
                  <a:pt x="2347" y="933"/>
                </a:cubicBezTo>
                <a:cubicBezTo>
                  <a:pt x="2222" y="933"/>
                  <a:pt x="2097" y="995"/>
                  <a:pt x="2035" y="1120"/>
                </a:cubicBezTo>
                <a:lnTo>
                  <a:pt x="108" y="5045"/>
                </a:lnTo>
                <a:cubicBezTo>
                  <a:pt x="1" y="5277"/>
                  <a:pt x="161" y="5545"/>
                  <a:pt x="429" y="5545"/>
                </a:cubicBezTo>
                <a:lnTo>
                  <a:pt x="1125" y="5545"/>
                </a:lnTo>
                <a:lnTo>
                  <a:pt x="822" y="5902"/>
                </a:lnTo>
                <a:cubicBezTo>
                  <a:pt x="643" y="6134"/>
                  <a:pt x="804" y="6473"/>
                  <a:pt x="1089" y="6473"/>
                </a:cubicBezTo>
                <a:lnTo>
                  <a:pt x="1446" y="6473"/>
                </a:lnTo>
                <a:lnTo>
                  <a:pt x="822" y="7311"/>
                </a:lnTo>
                <a:cubicBezTo>
                  <a:pt x="643" y="7543"/>
                  <a:pt x="804" y="7864"/>
                  <a:pt x="1089" y="7864"/>
                </a:cubicBezTo>
                <a:lnTo>
                  <a:pt x="1446" y="7864"/>
                </a:lnTo>
                <a:lnTo>
                  <a:pt x="822" y="8703"/>
                </a:lnTo>
                <a:cubicBezTo>
                  <a:pt x="643" y="8917"/>
                  <a:pt x="804" y="9256"/>
                  <a:pt x="1089" y="9256"/>
                </a:cubicBezTo>
                <a:lnTo>
                  <a:pt x="2481" y="9256"/>
                </a:lnTo>
                <a:lnTo>
                  <a:pt x="2481" y="9952"/>
                </a:lnTo>
                <a:lnTo>
                  <a:pt x="393" y="9952"/>
                </a:lnTo>
                <a:cubicBezTo>
                  <a:pt x="215" y="9952"/>
                  <a:pt x="54" y="10095"/>
                  <a:pt x="54" y="10291"/>
                </a:cubicBezTo>
                <a:cubicBezTo>
                  <a:pt x="54" y="10487"/>
                  <a:pt x="215" y="10648"/>
                  <a:pt x="393" y="10648"/>
                </a:cubicBezTo>
                <a:lnTo>
                  <a:pt x="10350" y="10648"/>
                </a:lnTo>
                <a:cubicBezTo>
                  <a:pt x="10528" y="10648"/>
                  <a:pt x="10689" y="10487"/>
                  <a:pt x="10689" y="10291"/>
                </a:cubicBezTo>
                <a:cubicBezTo>
                  <a:pt x="10689" y="10095"/>
                  <a:pt x="10528" y="9952"/>
                  <a:pt x="10350" y="9952"/>
                </a:cubicBezTo>
                <a:lnTo>
                  <a:pt x="8262" y="9952"/>
                </a:lnTo>
                <a:lnTo>
                  <a:pt x="8262" y="9256"/>
                </a:lnTo>
                <a:lnTo>
                  <a:pt x="9654" y="9256"/>
                </a:lnTo>
                <a:cubicBezTo>
                  <a:pt x="9939" y="9256"/>
                  <a:pt x="10100" y="8917"/>
                  <a:pt x="9921" y="8703"/>
                </a:cubicBezTo>
                <a:lnTo>
                  <a:pt x="9297" y="7864"/>
                </a:lnTo>
                <a:lnTo>
                  <a:pt x="9654" y="7864"/>
                </a:lnTo>
                <a:cubicBezTo>
                  <a:pt x="9939" y="7864"/>
                  <a:pt x="10100" y="7543"/>
                  <a:pt x="9921" y="7311"/>
                </a:cubicBezTo>
                <a:lnTo>
                  <a:pt x="9297" y="6473"/>
                </a:lnTo>
                <a:lnTo>
                  <a:pt x="9654" y="6473"/>
                </a:lnTo>
                <a:cubicBezTo>
                  <a:pt x="9939" y="6473"/>
                  <a:pt x="10100" y="6134"/>
                  <a:pt x="9921" y="5902"/>
                </a:cubicBezTo>
                <a:lnTo>
                  <a:pt x="9618" y="5545"/>
                </a:lnTo>
                <a:lnTo>
                  <a:pt x="10385" y="5545"/>
                </a:lnTo>
                <a:cubicBezTo>
                  <a:pt x="10635" y="5545"/>
                  <a:pt x="10814" y="5277"/>
                  <a:pt x="10689" y="5045"/>
                </a:cubicBezTo>
                <a:lnTo>
                  <a:pt x="8762" y="1120"/>
                </a:lnTo>
                <a:cubicBezTo>
                  <a:pt x="8699" y="995"/>
                  <a:pt x="8574" y="933"/>
                  <a:pt x="8449" y="933"/>
                </a:cubicBezTo>
                <a:cubicBezTo>
                  <a:pt x="8324" y="933"/>
                  <a:pt x="8200" y="995"/>
                  <a:pt x="8137" y="1120"/>
                </a:cubicBezTo>
                <a:lnTo>
                  <a:pt x="7227" y="2976"/>
                </a:lnTo>
                <a:lnTo>
                  <a:pt x="5675" y="174"/>
                </a:lnTo>
                <a:cubicBezTo>
                  <a:pt x="5612" y="58"/>
                  <a:pt x="5492" y="0"/>
                  <a:pt x="5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45" name="Google Shape;1445;p63"/>
          <p:cNvGrpSpPr/>
          <p:nvPr/>
        </p:nvGrpSpPr>
        <p:grpSpPr>
          <a:xfrm>
            <a:off x="6617560" y="2602909"/>
            <a:ext cx="583810" cy="584029"/>
            <a:chOff x="2790950" y="2362025"/>
            <a:chExt cx="266775" cy="266875"/>
          </a:xfrm>
        </p:grpSpPr>
        <p:sp>
          <p:nvSpPr>
            <p:cNvPr id="1446" name="Google Shape;1446;p63"/>
            <p:cNvSpPr/>
            <p:nvPr/>
          </p:nvSpPr>
          <p:spPr>
            <a:xfrm>
              <a:off x="2930125" y="2541900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6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6"/>
                    <a:pt x="3016" y="339"/>
                  </a:cubicBezTo>
                  <a:cubicBezTo>
                    <a:pt x="3016" y="161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7" name="Google Shape;1447;p63"/>
            <p:cNvSpPr/>
            <p:nvPr/>
          </p:nvSpPr>
          <p:spPr>
            <a:xfrm>
              <a:off x="2970725" y="2576700"/>
              <a:ext cx="34800" cy="17400"/>
            </a:xfrm>
            <a:custGeom>
              <a:avLst/>
              <a:gdLst/>
              <a:ahLst/>
              <a:cxnLst/>
              <a:rect l="l" t="t" r="r" b="b"/>
              <a:pathLst>
                <a:path w="1392" h="696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1053" y="696"/>
                  </a:lnTo>
                  <a:cubicBezTo>
                    <a:pt x="1231" y="696"/>
                    <a:pt x="1392" y="535"/>
                    <a:pt x="1392" y="339"/>
                  </a:cubicBezTo>
                  <a:cubicBezTo>
                    <a:pt x="1392" y="161"/>
                    <a:pt x="1231" y="0"/>
                    <a:pt x="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8" name="Google Shape;1448;p63"/>
            <p:cNvSpPr/>
            <p:nvPr/>
          </p:nvSpPr>
          <p:spPr>
            <a:xfrm>
              <a:off x="2790950" y="2362025"/>
              <a:ext cx="266775" cy="266875"/>
            </a:xfrm>
            <a:custGeom>
              <a:avLst/>
              <a:gdLst/>
              <a:ahLst/>
              <a:cxnLst/>
              <a:rect l="l" t="t" r="r" b="b"/>
              <a:pathLst>
                <a:path w="10671" h="10675" extrusionOk="0">
                  <a:moveTo>
                    <a:pt x="2427" y="2324"/>
                  </a:moveTo>
                  <a:cubicBezTo>
                    <a:pt x="3391" y="2324"/>
                    <a:pt x="4176" y="3092"/>
                    <a:pt x="4176" y="4055"/>
                  </a:cubicBezTo>
                  <a:cubicBezTo>
                    <a:pt x="4176" y="5019"/>
                    <a:pt x="3391" y="5804"/>
                    <a:pt x="2427" y="5804"/>
                  </a:cubicBezTo>
                  <a:cubicBezTo>
                    <a:pt x="1481" y="5804"/>
                    <a:pt x="696" y="5019"/>
                    <a:pt x="696" y="4055"/>
                  </a:cubicBezTo>
                  <a:cubicBezTo>
                    <a:pt x="696" y="3092"/>
                    <a:pt x="1481" y="2324"/>
                    <a:pt x="2427" y="2324"/>
                  </a:cubicBezTo>
                  <a:close/>
                  <a:moveTo>
                    <a:pt x="5219" y="696"/>
                  </a:moveTo>
                  <a:cubicBezTo>
                    <a:pt x="5309" y="696"/>
                    <a:pt x="5398" y="727"/>
                    <a:pt x="5460" y="790"/>
                  </a:cubicBezTo>
                  <a:lnTo>
                    <a:pt x="6888" y="2217"/>
                  </a:lnTo>
                  <a:cubicBezTo>
                    <a:pt x="6941" y="2289"/>
                    <a:pt x="7030" y="2324"/>
                    <a:pt x="7138" y="2324"/>
                  </a:cubicBezTo>
                  <a:lnTo>
                    <a:pt x="8244" y="2324"/>
                  </a:lnTo>
                  <a:cubicBezTo>
                    <a:pt x="9189" y="2324"/>
                    <a:pt x="9975" y="3092"/>
                    <a:pt x="9975" y="4055"/>
                  </a:cubicBezTo>
                  <a:cubicBezTo>
                    <a:pt x="9975" y="5019"/>
                    <a:pt x="9189" y="5804"/>
                    <a:pt x="8244" y="5804"/>
                  </a:cubicBezTo>
                  <a:lnTo>
                    <a:pt x="4140" y="5804"/>
                  </a:lnTo>
                  <a:cubicBezTo>
                    <a:pt x="4336" y="5607"/>
                    <a:pt x="4515" y="5358"/>
                    <a:pt x="4640" y="5108"/>
                  </a:cubicBezTo>
                  <a:lnTo>
                    <a:pt x="5906" y="5108"/>
                  </a:lnTo>
                  <a:cubicBezTo>
                    <a:pt x="6103" y="5108"/>
                    <a:pt x="6263" y="4947"/>
                    <a:pt x="6263" y="4751"/>
                  </a:cubicBezTo>
                  <a:cubicBezTo>
                    <a:pt x="6263" y="4555"/>
                    <a:pt x="6103" y="4412"/>
                    <a:pt x="5906" y="4412"/>
                  </a:cubicBezTo>
                  <a:lnTo>
                    <a:pt x="4854" y="4412"/>
                  </a:lnTo>
                  <a:cubicBezTo>
                    <a:pt x="4854" y="4287"/>
                    <a:pt x="4872" y="4180"/>
                    <a:pt x="4872" y="4055"/>
                  </a:cubicBezTo>
                  <a:cubicBezTo>
                    <a:pt x="4872" y="3377"/>
                    <a:pt x="4586" y="2753"/>
                    <a:pt x="4140" y="2324"/>
                  </a:cubicBezTo>
                  <a:lnTo>
                    <a:pt x="5157" y="2324"/>
                  </a:lnTo>
                  <a:cubicBezTo>
                    <a:pt x="5478" y="2324"/>
                    <a:pt x="5621" y="1950"/>
                    <a:pt x="5407" y="1718"/>
                  </a:cubicBezTo>
                  <a:lnTo>
                    <a:pt x="4979" y="1289"/>
                  </a:lnTo>
                  <a:cubicBezTo>
                    <a:pt x="4836" y="1147"/>
                    <a:pt x="4836" y="933"/>
                    <a:pt x="4979" y="790"/>
                  </a:cubicBezTo>
                  <a:cubicBezTo>
                    <a:pt x="5041" y="727"/>
                    <a:pt x="5130" y="696"/>
                    <a:pt x="5219" y="696"/>
                  </a:cubicBezTo>
                  <a:close/>
                  <a:moveTo>
                    <a:pt x="2427" y="6499"/>
                  </a:moveTo>
                  <a:cubicBezTo>
                    <a:pt x="3391" y="6499"/>
                    <a:pt x="4176" y="7285"/>
                    <a:pt x="4176" y="8230"/>
                  </a:cubicBezTo>
                  <a:cubicBezTo>
                    <a:pt x="4176" y="9194"/>
                    <a:pt x="3391" y="9979"/>
                    <a:pt x="2427" y="9979"/>
                  </a:cubicBezTo>
                  <a:cubicBezTo>
                    <a:pt x="1481" y="9979"/>
                    <a:pt x="696" y="9194"/>
                    <a:pt x="696" y="8230"/>
                  </a:cubicBezTo>
                  <a:cubicBezTo>
                    <a:pt x="696" y="7285"/>
                    <a:pt x="1481" y="6499"/>
                    <a:pt x="2427" y="6499"/>
                  </a:cubicBezTo>
                  <a:close/>
                  <a:moveTo>
                    <a:pt x="8244" y="6499"/>
                  </a:moveTo>
                  <a:cubicBezTo>
                    <a:pt x="9189" y="6499"/>
                    <a:pt x="9975" y="7285"/>
                    <a:pt x="9975" y="8230"/>
                  </a:cubicBezTo>
                  <a:cubicBezTo>
                    <a:pt x="9975" y="9194"/>
                    <a:pt x="9189" y="9979"/>
                    <a:pt x="8244" y="9979"/>
                  </a:cubicBezTo>
                  <a:lnTo>
                    <a:pt x="4140" y="9979"/>
                  </a:lnTo>
                  <a:cubicBezTo>
                    <a:pt x="4336" y="9783"/>
                    <a:pt x="4515" y="9551"/>
                    <a:pt x="4640" y="9283"/>
                  </a:cubicBezTo>
                  <a:lnTo>
                    <a:pt x="6138" y="9283"/>
                  </a:lnTo>
                  <a:cubicBezTo>
                    <a:pt x="6335" y="9283"/>
                    <a:pt x="6495" y="9122"/>
                    <a:pt x="6495" y="8926"/>
                  </a:cubicBezTo>
                  <a:cubicBezTo>
                    <a:pt x="6495" y="8748"/>
                    <a:pt x="6335" y="8587"/>
                    <a:pt x="6138" y="8587"/>
                  </a:cubicBezTo>
                  <a:lnTo>
                    <a:pt x="4854" y="8587"/>
                  </a:lnTo>
                  <a:cubicBezTo>
                    <a:pt x="4854" y="8462"/>
                    <a:pt x="4872" y="8355"/>
                    <a:pt x="4872" y="8230"/>
                  </a:cubicBezTo>
                  <a:cubicBezTo>
                    <a:pt x="4872" y="7552"/>
                    <a:pt x="4586" y="6946"/>
                    <a:pt x="4140" y="6499"/>
                  </a:cubicBezTo>
                  <a:close/>
                  <a:moveTo>
                    <a:pt x="5219" y="0"/>
                  </a:moveTo>
                  <a:cubicBezTo>
                    <a:pt x="4952" y="0"/>
                    <a:pt x="4684" y="103"/>
                    <a:pt x="4479" y="308"/>
                  </a:cubicBezTo>
                  <a:cubicBezTo>
                    <a:pt x="4104" y="665"/>
                    <a:pt x="4086" y="1218"/>
                    <a:pt x="4354" y="1628"/>
                  </a:cubicBezTo>
                  <a:lnTo>
                    <a:pt x="2427" y="1628"/>
                  </a:lnTo>
                  <a:cubicBezTo>
                    <a:pt x="1089" y="1628"/>
                    <a:pt x="0" y="2717"/>
                    <a:pt x="0" y="4055"/>
                  </a:cubicBezTo>
                  <a:cubicBezTo>
                    <a:pt x="0" y="4947"/>
                    <a:pt x="464" y="5714"/>
                    <a:pt x="1178" y="6143"/>
                  </a:cubicBezTo>
                  <a:cubicBezTo>
                    <a:pt x="464" y="6571"/>
                    <a:pt x="0" y="7356"/>
                    <a:pt x="0" y="8230"/>
                  </a:cubicBezTo>
                  <a:cubicBezTo>
                    <a:pt x="0" y="9586"/>
                    <a:pt x="1089" y="10675"/>
                    <a:pt x="2427" y="10675"/>
                  </a:cubicBezTo>
                  <a:lnTo>
                    <a:pt x="8244" y="10675"/>
                  </a:lnTo>
                  <a:cubicBezTo>
                    <a:pt x="9582" y="10675"/>
                    <a:pt x="10670" y="9586"/>
                    <a:pt x="10670" y="8230"/>
                  </a:cubicBezTo>
                  <a:cubicBezTo>
                    <a:pt x="10670" y="7356"/>
                    <a:pt x="10189" y="6571"/>
                    <a:pt x="9493" y="6143"/>
                  </a:cubicBezTo>
                  <a:cubicBezTo>
                    <a:pt x="10189" y="5714"/>
                    <a:pt x="10670" y="4947"/>
                    <a:pt x="10670" y="4055"/>
                  </a:cubicBezTo>
                  <a:cubicBezTo>
                    <a:pt x="10670" y="2717"/>
                    <a:pt x="9582" y="1628"/>
                    <a:pt x="8244" y="1628"/>
                  </a:cubicBezTo>
                  <a:lnTo>
                    <a:pt x="7280" y="1628"/>
                  </a:lnTo>
                  <a:lnTo>
                    <a:pt x="5960" y="308"/>
                  </a:lnTo>
                  <a:cubicBezTo>
                    <a:pt x="5755" y="103"/>
                    <a:pt x="5487" y="0"/>
                    <a:pt x="5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9" name="Google Shape;1449;p63"/>
            <p:cNvSpPr/>
            <p:nvPr/>
          </p:nvSpPr>
          <p:spPr>
            <a:xfrm>
              <a:off x="2825750" y="2541900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57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57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0" name="Google Shape;1450;p63"/>
            <p:cNvSpPr/>
            <p:nvPr/>
          </p:nvSpPr>
          <p:spPr>
            <a:xfrm>
              <a:off x="2930125" y="2437525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43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5"/>
                    <a:pt x="3016" y="339"/>
                  </a:cubicBezTo>
                  <a:cubicBezTo>
                    <a:pt x="3016" y="143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1" name="Google Shape;1451;p63"/>
            <p:cNvSpPr/>
            <p:nvPr/>
          </p:nvSpPr>
          <p:spPr>
            <a:xfrm>
              <a:off x="2970725" y="2472300"/>
              <a:ext cx="34800" cy="17425"/>
            </a:xfrm>
            <a:custGeom>
              <a:avLst/>
              <a:gdLst/>
              <a:ahLst/>
              <a:cxnLst/>
              <a:rect l="l" t="t" r="r" b="b"/>
              <a:pathLst>
                <a:path w="1392" h="697" extrusionOk="0">
                  <a:moveTo>
                    <a:pt x="339" y="1"/>
                  </a:moveTo>
                  <a:cubicBezTo>
                    <a:pt x="161" y="1"/>
                    <a:pt x="0" y="144"/>
                    <a:pt x="0" y="340"/>
                  </a:cubicBezTo>
                  <a:cubicBezTo>
                    <a:pt x="0" y="536"/>
                    <a:pt x="161" y="697"/>
                    <a:pt x="339" y="697"/>
                  </a:cubicBezTo>
                  <a:lnTo>
                    <a:pt x="1053" y="697"/>
                  </a:lnTo>
                  <a:cubicBezTo>
                    <a:pt x="1231" y="697"/>
                    <a:pt x="1392" y="536"/>
                    <a:pt x="1392" y="340"/>
                  </a:cubicBezTo>
                  <a:cubicBezTo>
                    <a:pt x="1392" y="144"/>
                    <a:pt x="1231" y="1"/>
                    <a:pt x="10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2" name="Google Shape;1452;p63"/>
            <p:cNvSpPr/>
            <p:nvPr/>
          </p:nvSpPr>
          <p:spPr>
            <a:xfrm>
              <a:off x="2825750" y="2437525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39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39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sp>
        <p:nvSpPr>
          <p:cNvPr id="1453" name="Google Shape;1453;p63"/>
          <p:cNvSpPr/>
          <p:nvPr/>
        </p:nvSpPr>
        <p:spPr>
          <a:xfrm>
            <a:off x="4566298" y="2653680"/>
            <a:ext cx="595518" cy="482487"/>
          </a:xfrm>
          <a:custGeom>
            <a:avLst/>
            <a:gdLst/>
            <a:ahLst/>
            <a:cxnLst/>
            <a:rect l="l" t="t" r="r" b="b"/>
            <a:pathLst>
              <a:path w="10885" h="8819" extrusionOk="0">
                <a:moveTo>
                  <a:pt x="2534" y="932"/>
                </a:moveTo>
                <a:lnTo>
                  <a:pt x="3230" y="1860"/>
                </a:lnTo>
                <a:lnTo>
                  <a:pt x="1838" y="1860"/>
                </a:lnTo>
                <a:lnTo>
                  <a:pt x="2534" y="932"/>
                </a:lnTo>
                <a:close/>
                <a:moveTo>
                  <a:pt x="8333" y="932"/>
                </a:moveTo>
                <a:lnTo>
                  <a:pt x="9029" y="1860"/>
                </a:lnTo>
                <a:lnTo>
                  <a:pt x="7637" y="1860"/>
                </a:lnTo>
                <a:lnTo>
                  <a:pt x="8333" y="932"/>
                </a:lnTo>
                <a:close/>
                <a:moveTo>
                  <a:pt x="2534" y="2556"/>
                </a:moveTo>
                <a:lnTo>
                  <a:pt x="3587" y="3948"/>
                </a:lnTo>
                <a:lnTo>
                  <a:pt x="1499" y="3948"/>
                </a:lnTo>
                <a:lnTo>
                  <a:pt x="2534" y="2556"/>
                </a:lnTo>
                <a:close/>
                <a:moveTo>
                  <a:pt x="8333" y="2556"/>
                </a:moveTo>
                <a:lnTo>
                  <a:pt x="9386" y="3948"/>
                </a:lnTo>
                <a:lnTo>
                  <a:pt x="7298" y="3948"/>
                </a:lnTo>
                <a:lnTo>
                  <a:pt x="8333" y="2556"/>
                </a:lnTo>
                <a:close/>
                <a:moveTo>
                  <a:pt x="2891" y="4644"/>
                </a:moveTo>
                <a:lnTo>
                  <a:pt x="3926" y="6035"/>
                </a:lnTo>
                <a:lnTo>
                  <a:pt x="1142" y="6035"/>
                </a:lnTo>
                <a:lnTo>
                  <a:pt x="2195" y="4644"/>
                </a:lnTo>
                <a:close/>
                <a:moveTo>
                  <a:pt x="8690" y="4644"/>
                </a:moveTo>
                <a:lnTo>
                  <a:pt x="9725" y="6035"/>
                </a:lnTo>
                <a:lnTo>
                  <a:pt x="6941" y="6035"/>
                </a:lnTo>
                <a:lnTo>
                  <a:pt x="7994" y="4644"/>
                </a:lnTo>
                <a:close/>
                <a:moveTo>
                  <a:pt x="2891" y="6731"/>
                </a:moveTo>
                <a:lnTo>
                  <a:pt x="2891" y="8123"/>
                </a:lnTo>
                <a:lnTo>
                  <a:pt x="2195" y="8123"/>
                </a:lnTo>
                <a:lnTo>
                  <a:pt x="2195" y="6731"/>
                </a:lnTo>
                <a:close/>
                <a:moveTo>
                  <a:pt x="8690" y="6731"/>
                </a:moveTo>
                <a:lnTo>
                  <a:pt x="8690" y="8123"/>
                </a:lnTo>
                <a:lnTo>
                  <a:pt x="7994" y="8123"/>
                </a:lnTo>
                <a:lnTo>
                  <a:pt x="7994" y="6731"/>
                </a:lnTo>
                <a:close/>
                <a:moveTo>
                  <a:pt x="2534" y="0"/>
                </a:moveTo>
                <a:cubicBezTo>
                  <a:pt x="2427" y="0"/>
                  <a:pt x="2320" y="49"/>
                  <a:pt x="2249" y="147"/>
                </a:cubicBezTo>
                <a:lnTo>
                  <a:pt x="857" y="2003"/>
                </a:lnTo>
                <a:cubicBezTo>
                  <a:pt x="696" y="2235"/>
                  <a:pt x="857" y="2556"/>
                  <a:pt x="1142" y="2556"/>
                </a:cubicBezTo>
                <a:lnTo>
                  <a:pt x="1660" y="2556"/>
                </a:lnTo>
                <a:lnTo>
                  <a:pt x="518" y="4091"/>
                </a:lnTo>
                <a:cubicBezTo>
                  <a:pt x="339" y="4323"/>
                  <a:pt x="500" y="4644"/>
                  <a:pt x="803" y="4644"/>
                </a:cubicBezTo>
                <a:lnTo>
                  <a:pt x="1321" y="4644"/>
                </a:lnTo>
                <a:lnTo>
                  <a:pt x="161" y="6178"/>
                </a:lnTo>
                <a:cubicBezTo>
                  <a:pt x="0" y="6410"/>
                  <a:pt x="161" y="6731"/>
                  <a:pt x="446" y="6731"/>
                </a:cubicBezTo>
                <a:lnTo>
                  <a:pt x="1499" y="6731"/>
                </a:lnTo>
                <a:lnTo>
                  <a:pt x="1499" y="8123"/>
                </a:lnTo>
                <a:lnTo>
                  <a:pt x="1142" y="8123"/>
                </a:lnTo>
                <a:cubicBezTo>
                  <a:pt x="946" y="8123"/>
                  <a:pt x="803" y="8284"/>
                  <a:pt x="803" y="8480"/>
                </a:cubicBezTo>
                <a:cubicBezTo>
                  <a:pt x="803" y="8658"/>
                  <a:pt x="946" y="8819"/>
                  <a:pt x="1142" y="8819"/>
                </a:cubicBezTo>
                <a:lnTo>
                  <a:pt x="9725" y="8819"/>
                </a:lnTo>
                <a:cubicBezTo>
                  <a:pt x="9921" y="8819"/>
                  <a:pt x="10081" y="8658"/>
                  <a:pt x="10081" y="8480"/>
                </a:cubicBezTo>
                <a:cubicBezTo>
                  <a:pt x="10081" y="8284"/>
                  <a:pt x="9921" y="8123"/>
                  <a:pt x="9725" y="8123"/>
                </a:cubicBezTo>
                <a:lnTo>
                  <a:pt x="9386" y="8123"/>
                </a:lnTo>
                <a:lnTo>
                  <a:pt x="9386" y="6731"/>
                </a:lnTo>
                <a:lnTo>
                  <a:pt x="10420" y="6731"/>
                </a:lnTo>
                <a:cubicBezTo>
                  <a:pt x="10706" y="6731"/>
                  <a:pt x="10884" y="6410"/>
                  <a:pt x="10706" y="6178"/>
                </a:cubicBezTo>
                <a:lnTo>
                  <a:pt x="9546" y="4644"/>
                </a:lnTo>
                <a:lnTo>
                  <a:pt x="10081" y="4644"/>
                </a:lnTo>
                <a:cubicBezTo>
                  <a:pt x="10367" y="4644"/>
                  <a:pt x="10528" y="4323"/>
                  <a:pt x="10349" y="4091"/>
                </a:cubicBezTo>
                <a:lnTo>
                  <a:pt x="9207" y="2556"/>
                </a:lnTo>
                <a:lnTo>
                  <a:pt x="9725" y="2556"/>
                </a:lnTo>
                <a:cubicBezTo>
                  <a:pt x="10010" y="2556"/>
                  <a:pt x="10171" y="2235"/>
                  <a:pt x="10010" y="2003"/>
                </a:cubicBezTo>
                <a:lnTo>
                  <a:pt x="8618" y="147"/>
                </a:lnTo>
                <a:cubicBezTo>
                  <a:pt x="8547" y="49"/>
                  <a:pt x="8440" y="0"/>
                  <a:pt x="8335" y="0"/>
                </a:cubicBezTo>
                <a:cubicBezTo>
                  <a:pt x="8230" y="0"/>
                  <a:pt x="8128" y="49"/>
                  <a:pt x="8065" y="147"/>
                </a:cubicBezTo>
                <a:lnTo>
                  <a:pt x="6673" y="2003"/>
                </a:lnTo>
                <a:cubicBezTo>
                  <a:pt x="6495" y="2235"/>
                  <a:pt x="6656" y="2556"/>
                  <a:pt x="6941" y="2556"/>
                </a:cubicBezTo>
                <a:lnTo>
                  <a:pt x="7459" y="2556"/>
                </a:lnTo>
                <a:lnTo>
                  <a:pt x="6317" y="4091"/>
                </a:lnTo>
                <a:cubicBezTo>
                  <a:pt x="6138" y="4323"/>
                  <a:pt x="6317" y="4644"/>
                  <a:pt x="6602" y="4644"/>
                </a:cubicBezTo>
                <a:lnTo>
                  <a:pt x="7120" y="4644"/>
                </a:lnTo>
                <a:lnTo>
                  <a:pt x="5978" y="6178"/>
                </a:lnTo>
                <a:cubicBezTo>
                  <a:pt x="5799" y="6410"/>
                  <a:pt x="5960" y="6731"/>
                  <a:pt x="6245" y="6731"/>
                </a:cubicBezTo>
                <a:lnTo>
                  <a:pt x="7298" y="6731"/>
                </a:lnTo>
                <a:lnTo>
                  <a:pt x="7298" y="8123"/>
                </a:lnTo>
                <a:lnTo>
                  <a:pt x="3587" y="8123"/>
                </a:lnTo>
                <a:lnTo>
                  <a:pt x="3587" y="6731"/>
                </a:lnTo>
                <a:lnTo>
                  <a:pt x="4622" y="6731"/>
                </a:lnTo>
                <a:cubicBezTo>
                  <a:pt x="4907" y="6731"/>
                  <a:pt x="5068" y="6410"/>
                  <a:pt x="4907" y="6178"/>
                </a:cubicBezTo>
                <a:lnTo>
                  <a:pt x="3747" y="4644"/>
                </a:lnTo>
                <a:lnTo>
                  <a:pt x="4283" y="4644"/>
                </a:lnTo>
                <a:cubicBezTo>
                  <a:pt x="4568" y="4644"/>
                  <a:pt x="4729" y="4323"/>
                  <a:pt x="4550" y="4091"/>
                </a:cubicBezTo>
                <a:lnTo>
                  <a:pt x="3408" y="2556"/>
                </a:lnTo>
                <a:lnTo>
                  <a:pt x="3926" y="2556"/>
                </a:lnTo>
                <a:cubicBezTo>
                  <a:pt x="4211" y="2556"/>
                  <a:pt x="4372" y="2235"/>
                  <a:pt x="4211" y="2003"/>
                </a:cubicBezTo>
                <a:lnTo>
                  <a:pt x="2819" y="147"/>
                </a:lnTo>
                <a:cubicBezTo>
                  <a:pt x="2748" y="49"/>
                  <a:pt x="2641" y="0"/>
                  <a:pt x="25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54" name="Google Shape;1454;p63"/>
          <p:cNvGrpSpPr/>
          <p:nvPr/>
        </p:nvGrpSpPr>
        <p:grpSpPr>
          <a:xfrm rot="515396">
            <a:off x="7473076" y="789300"/>
            <a:ext cx="1026725" cy="757704"/>
            <a:chOff x="6409858" y="765723"/>
            <a:chExt cx="1553730" cy="1146624"/>
          </a:xfrm>
        </p:grpSpPr>
        <p:grpSp>
          <p:nvGrpSpPr>
            <p:cNvPr id="1455" name="Google Shape;1455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6" name="Google Shape;1456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8" name="Google Shape;1458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9" name="Google Shape;1459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3" name="Google Shape;1443;p63">
            <a:extLst>
              <a:ext uri="{FF2B5EF4-FFF2-40B4-BE49-F238E27FC236}">
                <a16:creationId xmlns:a16="http://schemas.microsoft.com/office/drawing/2014/main" id="{8086B052-88F4-4EE9-8247-EF39A774ECB6}"/>
              </a:ext>
            </a:extLst>
          </p:cNvPr>
          <p:cNvSpPr txBox="1"/>
          <p:nvPr/>
        </p:nvSpPr>
        <p:spPr>
          <a:xfrm>
            <a:off x="1873294" y="1604444"/>
            <a:ext cx="1837358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Declaring an Array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35" name="Google Shape;1443;p63">
            <a:extLst>
              <a:ext uri="{FF2B5EF4-FFF2-40B4-BE49-F238E27FC236}">
                <a16:creationId xmlns:a16="http://schemas.microsoft.com/office/drawing/2014/main" id="{C34CCEE4-C9AD-4DD2-9096-B8369937DB96}"/>
              </a:ext>
            </a:extLst>
          </p:cNvPr>
          <p:cNvSpPr txBox="1"/>
          <p:nvPr/>
        </p:nvSpPr>
        <p:spPr>
          <a:xfrm>
            <a:off x="1746351" y="3368648"/>
            <a:ext cx="2276011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The first element in an array is [0]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36" name="Google Shape;1443;p63">
            <a:extLst>
              <a:ext uri="{FF2B5EF4-FFF2-40B4-BE49-F238E27FC236}">
                <a16:creationId xmlns:a16="http://schemas.microsoft.com/office/drawing/2014/main" id="{5E9DA5D1-9388-4855-86F1-E2335B68483A}"/>
              </a:ext>
            </a:extLst>
          </p:cNvPr>
          <p:cNvSpPr txBox="1"/>
          <p:nvPr/>
        </p:nvSpPr>
        <p:spPr>
          <a:xfrm>
            <a:off x="5433350" y="1604444"/>
            <a:ext cx="2206013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Array elements are like variables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63"/>
          <p:cNvSpPr/>
          <p:nvPr/>
        </p:nvSpPr>
        <p:spPr>
          <a:xfrm rot="-51583">
            <a:off x="1322081" y="1232859"/>
            <a:ext cx="6997988" cy="3465689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6" name="Google Shape;1426;p63"/>
          <p:cNvSpPr/>
          <p:nvPr/>
        </p:nvSpPr>
        <p:spPr>
          <a:xfrm rot="368388" flipH="1">
            <a:off x="907814" y="752590"/>
            <a:ext cx="1475671" cy="983527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63"/>
          <p:cNvSpPr/>
          <p:nvPr/>
        </p:nvSpPr>
        <p:spPr>
          <a:xfrm rot="-9526585" flipH="1">
            <a:off x="4150346" y="4192931"/>
            <a:ext cx="1475686" cy="983555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6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CONCEPTS</a:t>
            </a:r>
            <a:endParaRPr dirty="0"/>
          </a:p>
        </p:txBody>
      </p:sp>
      <p:sp>
        <p:nvSpPr>
          <p:cNvPr id="1429" name="Google Shape;1429;p63"/>
          <p:cNvSpPr/>
          <p:nvPr/>
        </p:nvSpPr>
        <p:spPr>
          <a:xfrm>
            <a:off x="2436163" y="2535780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63"/>
          <p:cNvSpPr/>
          <p:nvPr/>
        </p:nvSpPr>
        <p:spPr>
          <a:xfrm>
            <a:off x="4481559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63"/>
          <p:cNvSpPr/>
          <p:nvPr/>
        </p:nvSpPr>
        <p:spPr>
          <a:xfrm>
            <a:off x="6526965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32" name="Google Shape;1432;p63"/>
          <p:cNvCxnSpPr>
            <a:stCxn id="1433" idx="6"/>
            <a:endCxn id="1429" idx="2"/>
          </p:cNvCxnSpPr>
          <p:nvPr/>
        </p:nvCxnSpPr>
        <p:spPr>
          <a:xfrm>
            <a:off x="1671163" y="2918280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4" name="Google Shape;1434;p63"/>
          <p:cNvCxnSpPr>
            <a:stCxn id="1429" idx="6"/>
            <a:endCxn id="1430" idx="2"/>
          </p:cNvCxnSpPr>
          <p:nvPr/>
        </p:nvCxnSpPr>
        <p:spPr>
          <a:xfrm>
            <a:off x="3201163" y="2918280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" name="Google Shape;1435;p63"/>
          <p:cNvCxnSpPr>
            <a:stCxn id="1430" idx="6"/>
            <a:endCxn id="1431" idx="2"/>
          </p:cNvCxnSpPr>
          <p:nvPr/>
        </p:nvCxnSpPr>
        <p:spPr>
          <a:xfrm>
            <a:off x="5246559" y="2918292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6" name="Google Shape;1436;p63"/>
          <p:cNvCxnSpPr>
            <a:stCxn id="1431" idx="6"/>
            <a:endCxn id="1437" idx="2"/>
          </p:cNvCxnSpPr>
          <p:nvPr/>
        </p:nvCxnSpPr>
        <p:spPr>
          <a:xfrm>
            <a:off x="7291965" y="2918292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39" name="Google Shape;1439;p63"/>
          <p:cNvSpPr txBox="1"/>
          <p:nvPr/>
        </p:nvSpPr>
        <p:spPr>
          <a:xfrm>
            <a:off x="1876116" y="1573482"/>
            <a:ext cx="2605443" cy="514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The </a:t>
            </a:r>
            <a:r>
              <a:rPr lang="en-US" sz="2200" b="1" dirty="0" err="1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ArrayList</a:t>
            </a: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 Class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1" name="Google Shape;1441;p63"/>
          <p:cNvSpPr txBox="1"/>
          <p:nvPr/>
        </p:nvSpPr>
        <p:spPr>
          <a:xfrm>
            <a:off x="4978213" y="1572746"/>
            <a:ext cx="2696252" cy="833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Multidimensional Arrays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4" name="Google Shape;1444;p63"/>
          <p:cNvSpPr/>
          <p:nvPr/>
        </p:nvSpPr>
        <p:spPr>
          <a:xfrm>
            <a:off x="2522864" y="2603648"/>
            <a:ext cx="591634" cy="582552"/>
          </a:xfrm>
          <a:custGeom>
            <a:avLst/>
            <a:gdLst/>
            <a:ahLst/>
            <a:cxnLst/>
            <a:rect l="l" t="t" r="r" b="b"/>
            <a:pathLst>
              <a:path w="10814" h="10648" extrusionOk="0">
                <a:moveTo>
                  <a:pt x="5372" y="1066"/>
                </a:moveTo>
                <a:lnTo>
                  <a:pt x="5764" y="1780"/>
                </a:lnTo>
                <a:lnTo>
                  <a:pt x="5372" y="2173"/>
                </a:lnTo>
                <a:lnTo>
                  <a:pt x="4979" y="1780"/>
                </a:lnTo>
                <a:lnTo>
                  <a:pt x="5372" y="1066"/>
                </a:lnTo>
                <a:close/>
                <a:moveTo>
                  <a:pt x="2356" y="2066"/>
                </a:moveTo>
                <a:lnTo>
                  <a:pt x="3141" y="3654"/>
                </a:lnTo>
                <a:lnTo>
                  <a:pt x="3052" y="3796"/>
                </a:lnTo>
                <a:cubicBezTo>
                  <a:pt x="2987" y="3731"/>
                  <a:pt x="2903" y="3700"/>
                  <a:pt x="2820" y="3700"/>
                </a:cubicBezTo>
                <a:cubicBezTo>
                  <a:pt x="2720" y="3700"/>
                  <a:pt x="2620" y="3745"/>
                  <a:pt x="2552" y="3832"/>
                </a:cubicBezTo>
                <a:lnTo>
                  <a:pt x="1696" y="4867"/>
                </a:lnTo>
                <a:lnTo>
                  <a:pt x="982" y="4867"/>
                </a:lnTo>
                <a:lnTo>
                  <a:pt x="2356" y="2066"/>
                </a:lnTo>
                <a:close/>
                <a:moveTo>
                  <a:pt x="8458" y="2066"/>
                </a:moveTo>
                <a:lnTo>
                  <a:pt x="9832" y="4867"/>
                </a:lnTo>
                <a:lnTo>
                  <a:pt x="9047" y="4867"/>
                </a:lnTo>
                <a:lnTo>
                  <a:pt x="8173" y="3832"/>
                </a:lnTo>
                <a:cubicBezTo>
                  <a:pt x="8105" y="3745"/>
                  <a:pt x="8011" y="3700"/>
                  <a:pt x="7913" y="3700"/>
                </a:cubicBezTo>
                <a:cubicBezTo>
                  <a:pt x="7831" y="3700"/>
                  <a:pt x="7746" y="3731"/>
                  <a:pt x="7673" y="3796"/>
                </a:cubicBezTo>
                <a:lnTo>
                  <a:pt x="7638" y="3725"/>
                </a:lnTo>
                <a:lnTo>
                  <a:pt x="8458" y="2066"/>
                </a:lnTo>
                <a:close/>
                <a:moveTo>
                  <a:pt x="6121" y="2405"/>
                </a:moveTo>
                <a:cubicBezTo>
                  <a:pt x="6282" y="2708"/>
                  <a:pt x="7120" y="4207"/>
                  <a:pt x="7209" y="4367"/>
                </a:cubicBezTo>
                <a:lnTo>
                  <a:pt x="5907" y="5902"/>
                </a:lnTo>
                <a:cubicBezTo>
                  <a:pt x="5835" y="6009"/>
                  <a:pt x="5818" y="6134"/>
                  <a:pt x="5853" y="6241"/>
                </a:cubicBezTo>
                <a:lnTo>
                  <a:pt x="4890" y="6241"/>
                </a:lnTo>
                <a:cubicBezTo>
                  <a:pt x="4925" y="6134"/>
                  <a:pt x="4908" y="6009"/>
                  <a:pt x="4836" y="5902"/>
                </a:cubicBezTo>
                <a:lnTo>
                  <a:pt x="3516" y="4332"/>
                </a:lnTo>
                <a:cubicBezTo>
                  <a:pt x="3587" y="4278"/>
                  <a:pt x="3516" y="4403"/>
                  <a:pt x="4622" y="2405"/>
                </a:cubicBezTo>
                <a:lnTo>
                  <a:pt x="5122" y="2904"/>
                </a:lnTo>
                <a:cubicBezTo>
                  <a:pt x="5193" y="2976"/>
                  <a:pt x="5282" y="3011"/>
                  <a:pt x="5372" y="3011"/>
                </a:cubicBezTo>
                <a:cubicBezTo>
                  <a:pt x="5461" y="3011"/>
                  <a:pt x="5550" y="2976"/>
                  <a:pt x="5621" y="2904"/>
                </a:cubicBezTo>
                <a:lnTo>
                  <a:pt x="6121" y="2405"/>
                </a:lnTo>
                <a:close/>
                <a:moveTo>
                  <a:pt x="2820" y="4599"/>
                </a:moveTo>
                <a:lnTo>
                  <a:pt x="3819" y="5777"/>
                </a:lnTo>
                <a:lnTo>
                  <a:pt x="3516" y="5777"/>
                </a:lnTo>
                <a:cubicBezTo>
                  <a:pt x="3230" y="5777"/>
                  <a:pt x="3070" y="6116"/>
                  <a:pt x="3248" y="6330"/>
                </a:cubicBezTo>
                <a:lnTo>
                  <a:pt x="3873" y="7169"/>
                </a:lnTo>
                <a:lnTo>
                  <a:pt x="3516" y="7169"/>
                </a:lnTo>
                <a:cubicBezTo>
                  <a:pt x="3230" y="7169"/>
                  <a:pt x="3070" y="7490"/>
                  <a:pt x="3248" y="7722"/>
                </a:cubicBezTo>
                <a:lnTo>
                  <a:pt x="3873" y="8560"/>
                </a:lnTo>
                <a:lnTo>
                  <a:pt x="1785" y="8560"/>
                </a:lnTo>
                <a:lnTo>
                  <a:pt x="2410" y="7722"/>
                </a:lnTo>
                <a:cubicBezTo>
                  <a:pt x="2588" y="7490"/>
                  <a:pt x="2427" y="7169"/>
                  <a:pt x="2142" y="7169"/>
                </a:cubicBezTo>
                <a:lnTo>
                  <a:pt x="1785" y="7169"/>
                </a:lnTo>
                <a:lnTo>
                  <a:pt x="2410" y="6330"/>
                </a:lnTo>
                <a:cubicBezTo>
                  <a:pt x="2588" y="6116"/>
                  <a:pt x="2427" y="5777"/>
                  <a:pt x="2142" y="5777"/>
                </a:cubicBezTo>
                <a:lnTo>
                  <a:pt x="1839" y="5777"/>
                </a:lnTo>
                <a:cubicBezTo>
                  <a:pt x="1946" y="5634"/>
                  <a:pt x="2731" y="4706"/>
                  <a:pt x="2820" y="4599"/>
                </a:cubicBezTo>
                <a:close/>
                <a:moveTo>
                  <a:pt x="7923" y="4599"/>
                </a:moveTo>
                <a:cubicBezTo>
                  <a:pt x="8012" y="4706"/>
                  <a:pt x="8779" y="5634"/>
                  <a:pt x="8904" y="5777"/>
                </a:cubicBezTo>
                <a:lnTo>
                  <a:pt x="8601" y="5777"/>
                </a:lnTo>
                <a:cubicBezTo>
                  <a:pt x="8316" y="5777"/>
                  <a:pt x="8155" y="6116"/>
                  <a:pt x="8333" y="6330"/>
                </a:cubicBezTo>
                <a:lnTo>
                  <a:pt x="8958" y="7169"/>
                </a:lnTo>
                <a:lnTo>
                  <a:pt x="8601" y="7169"/>
                </a:lnTo>
                <a:cubicBezTo>
                  <a:pt x="8316" y="7169"/>
                  <a:pt x="8155" y="7490"/>
                  <a:pt x="8333" y="7722"/>
                </a:cubicBezTo>
                <a:lnTo>
                  <a:pt x="8958" y="8560"/>
                </a:lnTo>
                <a:lnTo>
                  <a:pt x="6870" y="8560"/>
                </a:lnTo>
                <a:lnTo>
                  <a:pt x="7495" y="7722"/>
                </a:lnTo>
                <a:cubicBezTo>
                  <a:pt x="7673" y="7490"/>
                  <a:pt x="7513" y="7169"/>
                  <a:pt x="7227" y="7169"/>
                </a:cubicBezTo>
                <a:lnTo>
                  <a:pt x="6870" y="7169"/>
                </a:lnTo>
                <a:lnTo>
                  <a:pt x="7495" y="6330"/>
                </a:lnTo>
                <a:cubicBezTo>
                  <a:pt x="7673" y="6116"/>
                  <a:pt x="7513" y="5777"/>
                  <a:pt x="7227" y="5777"/>
                </a:cubicBezTo>
                <a:lnTo>
                  <a:pt x="6924" y="5777"/>
                </a:lnTo>
                <a:lnTo>
                  <a:pt x="7923" y="4599"/>
                </a:lnTo>
                <a:close/>
                <a:moveTo>
                  <a:pt x="6174" y="6937"/>
                </a:moveTo>
                <a:lnTo>
                  <a:pt x="5907" y="7311"/>
                </a:lnTo>
                <a:cubicBezTo>
                  <a:pt x="5728" y="7543"/>
                  <a:pt x="5889" y="7864"/>
                  <a:pt x="6174" y="7864"/>
                </a:cubicBezTo>
                <a:lnTo>
                  <a:pt x="6531" y="7864"/>
                </a:lnTo>
                <a:lnTo>
                  <a:pt x="5907" y="8703"/>
                </a:lnTo>
                <a:cubicBezTo>
                  <a:pt x="5728" y="8917"/>
                  <a:pt x="5889" y="9256"/>
                  <a:pt x="6174" y="9256"/>
                </a:cubicBezTo>
                <a:lnTo>
                  <a:pt x="7566" y="9256"/>
                </a:lnTo>
                <a:lnTo>
                  <a:pt x="7566" y="9952"/>
                </a:lnTo>
                <a:lnTo>
                  <a:pt x="3177" y="9952"/>
                </a:lnTo>
                <a:lnTo>
                  <a:pt x="3177" y="9256"/>
                </a:lnTo>
                <a:lnTo>
                  <a:pt x="4569" y="9256"/>
                </a:lnTo>
                <a:cubicBezTo>
                  <a:pt x="4854" y="9256"/>
                  <a:pt x="5015" y="8917"/>
                  <a:pt x="4836" y="8703"/>
                </a:cubicBezTo>
                <a:lnTo>
                  <a:pt x="4212" y="7864"/>
                </a:lnTo>
                <a:lnTo>
                  <a:pt x="4569" y="7864"/>
                </a:lnTo>
                <a:cubicBezTo>
                  <a:pt x="4854" y="7864"/>
                  <a:pt x="5015" y="7543"/>
                  <a:pt x="4836" y="7311"/>
                </a:cubicBezTo>
                <a:lnTo>
                  <a:pt x="4569" y="6937"/>
                </a:lnTo>
                <a:close/>
                <a:moveTo>
                  <a:pt x="5372" y="0"/>
                </a:moveTo>
                <a:cubicBezTo>
                  <a:pt x="5251" y="0"/>
                  <a:pt x="5131" y="58"/>
                  <a:pt x="5068" y="174"/>
                </a:cubicBezTo>
                <a:lnTo>
                  <a:pt x="3552" y="2922"/>
                </a:lnTo>
                <a:lnTo>
                  <a:pt x="2659" y="1120"/>
                </a:lnTo>
                <a:cubicBezTo>
                  <a:pt x="2597" y="995"/>
                  <a:pt x="2472" y="933"/>
                  <a:pt x="2347" y="933"/>
                </a:cubicBezTo>
                <a:cubicBezTo>
                  <a:pt x="2222" y="933"/>
                  <a:pt x="2097" y="995"/>
                  <a:pt x="2035" y="1120"/>
                </a:cubicBezTo>
                <a:lnTo>
                  <a:pt x="108" y="5045"/>
                </a:lnTo>
                <a:cubicBezTo>
                  <a:pt x="1" y="5277"/>
                  <a:pt x="161" y="5545"/>
                  <a:pt x="429" y="5545"/>
                </a:cubicBezTo>
                <a:lnTo>
                  <a:pt x="1125" y="5545"/>
                </a:lnTo>
                <a:lnTo>
                  <a:pt x="822" y="5902"/>
                </a:lnTo>
                <a:cubicBezTo>
                  <a:pt x="643" y="6134"/>
                  <a:pt x="804" y="6473"/>
                  <a:pt x="1089" y="6473"/>
                </a:cubicBezTo>
                <a:lnTo>
                  <a:pt x="1446" y="6473"/>
                </a:lnTo>
                <a:lnTo>
                  <a:pt x="822" y="7311"/>
                </a:lnTo>
                <a:cubicBezTo>
                  <a:pt x="643" y="7543"/>
                  <a:pt x="804" y="7864"/>
                  <a:pt x="1089" y="7864"/>
                </a:cubicBezTo>
                <a:lnTo>
                  <a:pt x="1446" y="7864"/>
                </a:lnTo>
                <a:lnTo>
                  <a:pt x="822" y="8703"/>
                </a:lnTo>
                <a:cubicBezTo>
                  <a:pt x="643" y="8917"/>
                  <a:pt x="804" y="9256"/>
                  <a:pt x="1089" y="9256"/>
                </a:cubicBezTo>
                <a:lnTo>
                  <a:pt x="2481" y="9256"/>
                </a:lnTo>
                <a:lnTo>
                  <a:pt x="2481" y="9952"/>
                </a:lnTo>
                <a:lnTo>
                  <a:pt x="393" y="9952"/>
                </a:lnTo>
                <a:cubicBezTo>
                  <a:pt x="215" y="9952"/>
                  <a:pt x="54" y="10095"/>
                  <a:pt x="54" y="10291"/>
                </a:cubicBezTo>
                <a:cubicBezTo>
                  <a:pt x="54" y="10487"/>
                  <a:pt x="215" y="10648"/>
                  <a:pt x="393" y="10648"/>
                </a:cubicBezTo>
                <a:lnTo>
                  <a:pt x="10350" y="10648"/>
                </a:lnTo>
                <a:cubicBezTo>
                  <a:pt x="10528" y="10648"/>
                  <a:pt x="10689" y="10487"/>
                  <a:pt x="10689" y="10291"/>
                </a:cubicBezTo>
                <a:cubicBezTo>
                  <a:pt x="10689" y="10095"/>
                  <a:pt x="10528" y="9952"/>
                  <a:pt x="10350" y="9952"/>
                </a:cubicBezTo>
                <a:lnTo>
                  <a:pt x="8262" y="9952"/>
                </a:lnTo>
                <a:lnTo>
                  <a:pt x="8262" y="9256"/>
                </a:lnTo>
                <a:lnTo>
                  <a:pt x="9654" y="9256"/>
                </a:lnTo>
                <a:cubicBezTo>
                  <a:pt x="9939" y="9256"/>
                  <a:pt x="10100" y="8917"/>
                  <a:pt x="9921" y="8703"/>
                </a:cubicBezTo>
                <a:lnTo>
                  <a:pt x="9297" y="7864"/>
                </a:lnTo>
                <a:lnTo>
                  <a:pt x="9654" y="7864"/>
                </a:lnTo>
                <a:cubicBezTo>
                  <a:pt x="9939" y="7864"/>
                  <a:pt x="10100" y="7543"/>
                  <a:pt x="9921" y="7311"/>
                </a:cubicBezTo>
                <a:lnTo>
                  <a:pt x="9297" y="6473"/>
                </a:lnTo>
                <a:lnTo>
                  <a:pt x="9654" y="6473"/>
                </a:lnTo>
                <a:cubicBezTo>
                  <a:pt x="9939" y="6473"/>
                  <a:pt x="10100" y="6134"/>
                  <a:pt x="9921" y="5902"/>
                </a:cubicBezTo>
                <a:lnTo>
                  <a:pt x="9618" y="5545"/>
                </a:lnTo>
                <a:lnTo>
                  <a:pt x="10385" y="5545"/>
                </a:lnTo>
                <a:cubicBezTo>
                  <a:pt x="10635" y="5545"/>
                  <a:pt x="10814" y="5277"/>
                  <a:pt x="10689" y="5045"/>
                </a:cubicBezTo>
                <a:lnTo>
                  <a:pt x="8762" y="1120"/>
                </a:lnTo>
                <a:cubicBezTo>
                  <a:pt x="8699" y="995"/>
                  <a:pt x="8574" y="933"/>
                  <a:pt x="8449" y="933"/>
                </a:cubicBezTo>
                <a:cubicBezTo>
                  <a:pt x="8324" y="933"/>
                  <a:pt x="8200" y="995"/>
                  <a:pt x="8137" y="1120"/>
                </a:cubicBezTo>
                <a:lnTo>
                  <a:pt x="7227" y="2976"/>
                </a:lnTo>
                <a:lnTo>
                  <a:pt x="5675" y="174"/>
                </a:lnTo>
                <a:cubicBezTo>
                  <a:pt x="5612" y="58"/>
                  <a:pt x="5492" y="0"/>
                  <a:pt x="5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45" name="Google Shape;1445;p63"/>
          <p:cNvGrpSpPr/>
          <p:nvPr/>
        </p:nvGrpSpPr>
        <p:grpSpPr>
          <a:xfrm>
            <a:off x="6617560" y="2602909"/>
            <a:ext cx="583810" cy="584029"/>
            <a:chOff x="2790950" y="2362025"/>
            <a:chExt cx="266775" cy="266875"/>
          </a:xfrm>
        </p:grpSpPr>
        <p:sp>
          <p:nvSpPr>
            <p:cNvPr id="1446" name="Google Shape;1446;p63"/>
            <p:cNvSpPr/>
            <p:nvPr/>
          </p:nvSpPr>
          <p:spPr>
            <a:xfrm>
              <a:off x="2930125" y="2541900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6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6"/>
                    <a:pt x="3016" y="339"/>
                  </a:cubicBezTo>
                  <a:cubicBezTo>
                    <a:pt x="3016" y="161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7" name="Google Shape;1447;p63"/>
            <p:cNvSpPr/>
            <p:nvPr/>
          </p:nvSpPr>
          <p:spPr>
            <a:xfrm>
              <a:off x="2970725" y="2576700"/>
              <a:ext cx="34800" cy="17400"/>
            </a:xfrm>
            <a:custGeom>
              <a:avLst/>
              <a:gdLst/>
              <a:ahLst/>
              <a:cxnLst/>
              <a:rect l="l" t="t" r="r" b="b"/>
              <a:pathLst>
                <a:path w="1392" h="696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1053" y="696"/>
                  </a:lnTo>
                  <a:cubicBezTo>
                    <a:pt x="1231" y="696"/>
                    <a:pt x="1392" y="535"/>
                    <a:pt x="1392" y="339"/>
                  </a:cubicBezTo>
                  <a:cubicBezTo>
                    <a:pt x="1392" y="161"/>
                    <a:pt x="1231" y="0"/>
                    <a:pt x="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8" name="Google Shape;1448;p63"/>
            <p:cNvSpPr/>
            <p:nvPr/>
          </p:nvSpPr>
          <p:spPr>
            <a:xfrm>
              <a:off x="2790950" y="2362025"/>
              <a:ext cx="266775" cy="266875"/>
            </a:xfrm>
            <a:custGeom>
              <a:avLst/>
              <a:gdLst/>
              <a:ahLst/>
              <a:cxnLst/>
              <a:rect l="l" t="t" r="r" b="b"/>
              <a:pathLst>
                <a:path w="10671" h="10675" extrusionOk="0">
                  <a:moveTo>
                    <a:pt x="2427" y="2324"/>
                  </a:moveTo>
                  <a:cubicBezTo>
                    <a:pt x="3391" y="2324"/>
                    <a:pt x="4176" y="3092"/>
                    <a:pt x="4176" y="4055"/>
                  </a:cubicBezTo>
                  <a:cubicBezTo>
                    <a:pt x="4176" y="5019"/>
                    <a:pt x="3391" y="5804"/>
                    <a:pt x="2427" y="5804"/>
                  </a:cubicBezTo>
                  <a:cubicBezTo>
                    <a:pt x="1481" y="5804"/>
                    <a:pt x="696" y="5019"/>
                    <a:pt x="696" y="4055"/>
                  </a:cubicBezTo>
                  <a:cubicBezTo>
                    <a:pt x="696" y="3092"/>
                    <a:pt x="1481" y="2324"/>
                    <a:pt x="2427" y="2324"/>
                  </a:cubicBezTo>
                  <a:close/>
                  <a:moveTo>
                    <a:pt x="5219" y="696"/>
                  </a:moveTo>
                  <a:cubicBezTo>
                    <a:pt x="5309" y="696"/>
                    <a:pt x="5398" y="727"/>
                    <a:pt x="5460" y="790"/>
                  </a:cubicBezTo>
                  <a:lnTo>
                    <a:pt x="6888" y="2217"/>
                  </a:lnTo>
                  <a:cubicBezTo>
                    <a:pt x="6941" y="2289"/>
                    <a:pt x="7030" y="2324"/>
                    <a:pt x="7138" y="2324"/>
                  </a:cubicBezTo>
                  <a:lnTo>
                    <a:pt x="8244" y="2324"/>
                  </a:lnTo>
                  <a:cubicBezTo>
                    <a:pt x="9189" y="2324"/>
                    <a:pt x="9975" y="3092"/>
                    <a:pt x="9975" y="4055"/>
                  </a:cubicBezTo>
                  <a:cubicBezTo>
                    <a:pt x="9975" y="5019"/>
                    <a:pt x="9189" y="5804"/>
                    <a:pt x="8244" y="5804"/>
                  </a:cubicBezTo>
                  <a:lnTo>
                    <a:pt x="4140" y="5804"/>
                  </a:lnTo>
                  <a:cubicBezTo>
                    <a:pt x="4336" y="5607"/>
                    <a:pt x="4515" y="5358"/>
                    <a:pt x="4640" y="5108"/>
                  </a:cubicBezTo>
                  <a:lnTo>
                    <a:pt x="5906" y="5108"/>
                  </a:lnTo>
                  <a:cubicBezTo>
                    <a:pt x="6103" y="5108"/>
                    <a:pt x="6263" y="4947"/>
                    <a:pt x="6263" y="4751"/>
                  </a:cubicBezTo>
                  <a:cubicBezTo>
                    <a:pt x="6263" y="4555"/>
                    <a:pt x="6103" y="4412"/>
                    <a:pt x="5906" y="4412"/>
                  </a:cubicBezTo>
                  <a:lnTo>
                    <a:pt x="4854" y="4412"/>
                  </a:lnTo>
                  <a:cubicBezTo>
                    <a:pt x="4854" y="4287"/>
                    <a:pt x="4872" y="4180"/>
                    <a:pt x="4872" y="4055"/>
                  </a:cubicBezTo>
                  <a:cubicBezTo>
                    <a:pt x="4872" y="3377"/>
                    <a:pt x="4586" y="2753"/>
                    <a:pt x="4140" y="2324"/>
                  </a:cubicBezTo>
                  <a:lnTo>
                    <a:pt x="5157" y="2324"/>
                  </a:lnTo>
                  <a:cubicBezTo>
                    <a:pt x="5478" y="2324"/>
                    <a:pt x="5621" y="1950"/>
                    <a:pt x="5407" y="1718"/>
                  </a:cubicBezTo>
                  <a:lnTo>
                    <a:pt x="4979" y="1289"/>
                  </a:lnTo>
                  <a:cubicBezTo>
                    <a:pt x="4836" y="1147"/>
                    <a:pt x="4836" y="933"/>
                    <a:pt x="4979" y="790"/>
                  </a:cubicBezTo>
                  <a:cubicBezTo>
                    <a:pt x="5041" y="727"/>
                    <a:pt x="5130" y="696"/>
                    <a:pt x="5219" y="696"/>
                  </a:cubicBezTo>
                  <a:close/>
                  <a:moveTo>
                    <a:pt x="2427" y="6499"/>
                  </a:moveTo>
                  <a:cubicBezTo>
                    <a:pt x="3391" y="6499"/>
                    <a:pt x="4176" y="7285"/>
                    <a:pt x="4176" y="8230"/>
                  </a:cubicBezTo>
                  <a:cubicBezTo>
                    <a:pt x="4176" y="9194"/>
                    <a:pt x="3391" y="9979"/>
                    <a:pt x="2427" y="9979"/>
                  </a:cubicBezTo>
                  <a:cubicBezTo>
                    <a:pt x="1481" y="9979"/>
                    <a:pt x="696" y="9194"/>
                    <a:pt x="696" y="8230"/>
                  </a:cubicBezTo>
                  <a:cubicBezTo>
                    <a:pt x="696" y="7285"/>
                    <a:pt x="1481" y="6499"/>
                    <a:pt x="2427" y="6499"/>
                  </a:cubicBezTo>
                  <a:close/>
                  <a:moveTo>
                    <a:pt x="8244" y="6499"/>
                  </a:moveTo>
                  <a:cubicBezTo>
                    <a:pt x="9189" y="6499"/>
                    <a:pt x="9975" y="7285"/>
                    <a:pt x="9975" y="8230"/>
                  </a:cubicBezTo>
                  <a:cubicBezTo>
                    <a:pt x="9975" y="9194"/>
                    <a:pt x="9189" y="9979"/>
                    <a:pt x="8244" y="9979"/>
                  </a:cubicBezTo>
                  <a:lnTo>
                    <a:pt x="4140" y="9979"/>
                  </a:lnTo>
                  <a:cubicBezTo>
                    <a:pt x="4336" y="9783"/>
                    <a:pt x="4515" y="9551"/>
                    <a:pt x="4640" y="9283"/>
                  </a:cubicBezTo>
                  <a:lnTo>
                    <a:pt x="6138" y="9283"/>
                  </a:lnTo>
                  <a:cubicBezTo>
                    <a:pt x="6335" y="9283"/>
                    <a:pt x="6495" y="9122"/>
                    <a:pt x="6495" y="8926"/>
                  </a:cubicBezTo>
                  <a:cubicBezTo>
                    <a:pt x="6495" y="8748"/>
                    <a:pt x="6335" y="8587"/>
                    <a:pt x="6138" y="8587"/>
                  </a:cubicBezTo>
                  <a:lnTo>
                    <a:pt x="4854" y="8587"/>
                  </a:lnTo>
                  <a:cubicBezTo>
                    <a:pt x="4854" y="8462"/>
                    <a:pt x="4872" y="8355"/>
                    <a:pt x="4872" y="8230"/>
                  </a:cubicBezTo>
                  <a:cubicBezTo>
                    <a:pt x="4872" y="7552"/>
                    <a:pt x="4586" y="6946"/>
                    <a:pt x="4140" y="6499"/>
                  </a:cubicBezTo>
                  <a:close/>
                  <a:moveTo>
                    <a:pt x="5219" y="0"/>
                  </a:moveTo>
                  <a:cubicBezTo>
                    <a:pt x="4952" y="0"/>
                    <a:pt x="4684" y="103"/>
                    <a:pt x="4479" y="308"/>
                  </a:cubicBezTo>
                  <a:cubicBezTo>
                    <a:pt x="4104" y="665"/>
                    <a:pt x="4086" y="1218"/>
                    <a:pt x="4354" y="1628"/>
                  </a:cubicBezTo>
                  <a:lnTo>
                    <a:pt x="2427" y="1628"/>
                  </a:lnTo>
                  <a:cubicBezTo>
                    <a:pt x="1089" y="1628"/>
                    <a:pt x="0" y="2717"/>
                    <a:pt x="0" y="4055"/>
                  </a:cubicBezTo>
                  <a:cubicBezTo>
                    <a:pt x="0" y="4947"/>
                    <a:pt x="464" y="5714"/>
                    <a:pt x="1178" y="6143"/>
                  </a:cubicBezTo>
                  <a:cubicBezTo>
                    <a:pt x="464" y="6571"/>
                    <a:pt x="0" y="7356"/>
                    <a:pt x="0" y="8230"/>
                  </a:cubicBezTo>
                  <a:cubicBezTo>
                    <a:pt x="0" y="9586"/>
                    <a:pt x="1089" y="10675"/>
                    <a:pt x="2427" y="10675"/>
                  </a:cubicBezTo>
                  <a:lnTo>
                    <a:pt x="8244" y="10675"/>
                  </a:lnTo>
                  <a:cubicBezTo>
                    <a:pt x="9582" y="10675"/>
                    <a:pt x="10670" y="9586"/>
                    <a:pt x="10670" y="8230"/>
                  </a:cubicBezTo>
                  <a:cubicBezTo>
                    <a:pt x="10670" y="7356"/>
                    <a:pt x="10189" y="6571"/>
                    <a:pt x="9493" y="6143"/>
                  </a:cubicBezTo>
                  <a:cubicBezTo>
                    <a:pt x="10189" y="5714"/>
                    <a:pt x="10670" y="4947"/>
                    <a:pt x="10670" y="4055"/>
                  </a:cubicBezTo>
                  <a:cubicBezTo>
                    <a:pt x="10670" y="2717"/>
                    <a:pt x="9582" y="1628"/>
                    <a:pt x="8244" y="1628"/>
                  </a:cubicBezTo>
                  <a:lnTo>
                    <a:pt x="7280" y="1628"/>
                  </a:lnTo>
                  <a:lnTo>
                    <a:pt x="5960" y="308"/>
                  </a:lnTo>
                  <a:cubicBezTo>
                    <a:pt x="5755" y="103"/>
                    <a:pt x="5487" y="0"/>
                    <a:pt x="5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9" name="Google Shape;1449;p63"/>
            <p:cNvSpPr/>
            <p:nvPr/>
          </p:nvSpPr>
          <p:spPr>
            <a:xfrm>
              <a:off x="2825750" y="2541900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57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57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0" name="Google Shape;1450;p63"/>
            <p:cNvSpPr/>
            <p:nvPr/>
          </p:nvSpPr>
          <p:spPr>
            <a:xfrm>
              <a:off x="2930125" y="2437525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43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5"/>
                    <a:pt x="3016" y="339"/>
                  </a:cubicBezTo>
                  <a:cubicBezTo>
                    <a:pt x="3016" y="143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1" name="Google Shape;1451;p63"/>
            <p:cNvSpPr/>
            <p:nvPr/>
          </p:nvSpPr>
          <p:spPr>
            <a:xfrm>
              <a:off x="2970725" y="2472300"/>
              <a:ext cx="34800" cy="17425"/>
            </a:xfrm>
            <a:custGeom>
              <a:avLst/>
              <a:gdLst/>
              <a:ahLst/>
              <a:cxnLst/>
              <a:rect l="l" t="t" r="r" b="b"/>
              <a:pathLst>
                <a:path w="1392" h="697" extrusionOk="0">
                  <a:moveTo>
                    <a:pt x="339" y="1"/>
                  </a:moveTo>
                  <a:cubicBezTo>
                    <a:pt x="161" y="1"/>
                    <a:pt x="0" y="144"/>
                    <a:pt x="0" y="340"/>
                  </a:cubicBezTo>
                  <a:cubicBezTo>
                    <a:pt x="0" y="536"/>
                    <a:pt x="161" y="697"/>
                    <a:pt x="339" y="697"/>
                  </a:cubicBezTo>
                  <a:lnTo>
                    <a:pt x="1053" y="697"/>
                  </a:lnTo>
                  <a:cubicBezTo>
                    <a:pt x="1231" y="697"/>
                    <a:pt x="1392" y="536"/>
                    <a:pt x="1392" y="340"/>
                  </a:cubicBezTo>
                  <a:cubicBezTo>
                    <a:pt x="1392" y="144"/>
                    <a:pt x="1231" y="1"/>
                    <a:pt x="10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2" name="Google Shape;1452;p63"/>
            <p:cNvSpPr/>
            <p:nvPr/>
          </p:nvSpPr>
          <p:spPr>
            <a:xfrm>
              <a:off x="2825750" y="2437525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39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39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sp>
        <p:nvSpPr>
          <p:cNvPr id="1453" name="Google Shape;1453;p63"/>
          <p:cNvSpPr/>
          <p:nvPr/>
        </p:nvSpPr>
        <p:spPr>
          <a:xfrm>
            <a:off x="4566298" y="2653680"/>
            <a:ext cx="595518" cy="482487"/>
          </a:xfrm>
          <a:custGeom>
            <a:avLst/>
            <a:gdLst/>
            <a:ahLst/>
            <a:cxnLst/>
            <a:rect l="l" t="t" r="r" b="b"/>
            <a:pathLst>
              <a:path w="10885" h="8819" extrusionOk="0">
                <a:moveTo>
                  <a:pt x="2534" y="932"/>
                </a:moveTo>
                <a:lnTo>
                  <a:pt x="3230" y="1860"/>
                </a:lnTo>
                <a:lnTo>
                  <a:pt x="1838" y="1860"/>
                </a:lnTo>
                <a:lnTo>
                  <a:pt x="2534" y="932"/>
                </a:lnTo>
                <a:close/>
                <a:moveTo>
                  <a:pt x="8333" y="932"/>
                </a:moveTo>
                <a:lnTo>
                  <a:pt x="9029" y="1860"/>
                </a:lnTo>
                <a:lnTo>
                  <a:pt x="7637" y="1860"/>
                </a:lnTo>
                <a:lnTo>
                  <a:pt x="8333" y="932"/>
                </a:lnTo>
                <a:close/>
                <a:moveTo>
                  <a:pt x="2534" y="2556"/>
                </a:moveTo>
                <a:lnTo>
                  <a:pt x="3587" y="3948"/>
                </a:lnTo>
                <a:lnTo>
                  <a:pt x="1499" y="3948"/>
                </a:lnTo>
                <a:lnTo>
                  <a:pt x="2534" y="2556"/>
                </a:lnTo>
                <a:close/>
                <a:moveTo>
                  <a:pt x="8333" y="2556"/>
                </a:moveTo>
                <a:lnTo>
                  <a:pt x="9386" y="3948"/>
                </a:lnTo>
                <a:lnTo>
                  <a:pt x="7298" y="3948"/>
                </a:lnTo>
                <a:lnTo>
                  <a:pt x="8333" y="2556"/>
                </a:lnTo>
                <a:close/>
                <a:moveTo>
                  <a:pt x="2891" y="4644"/>
                </a:moveTo>
                <a:lnTo>
                  <a:pt x="3926" y="6035"/>
                </a:lnTo>
                <a:lnTo>
                  <a:pt x="1142" y="6035"/>
                </a:lnTo>
                <a:lnTo>
                  <a:pt x="2195" y="4644"/>
                </a:lnTo>
                <a:close/>
                <a:moveTo>
                  <a:pt x="8690" y="4644"/>
                </a:moveTo>
                <a:lnTo>
                  <a:pt x="9725" y="6035"/>
                </a:lnTo>
                <a:lnTo>
                  <a:pt x="6941" y="6035"/>
                </a:lnTo>
                <a:lnTo>
                  <a:pt x="7994" y="4644"/>
                </a:lnTo>
                <a:close/>
                <a:moveTo>
                  <a:pt x="2891" y="6731"/>
                </a:moveTo>
                <a:lnTo>
                  <a:pt x="2891" y="8123"/>
                </a:lnTo>
                <a:lnTo>
                  <a:pt x="2195" y="8123"/>
                </a:lnTo>
                <a:lnTo>
                  <a:pt x="2195" y="6731"/>
                </a:lnTo>
                <a:close/>
                <a:moveTo>
                  <a:pt x="8690" y="6731"/>
                </a:moveTo>
                <a:lnTo>
                  <a:pt x="8690" y="8123"/>
                </a:lnTo>
                <a:lnTo>
                  <a:pt x="7994" y="8123"/>
                </a:lnTo>
                <a:lnTo>
                  <a:pt x="7994" y="6731"/>
                </a:lnTo>
                <a:close/>
                <a:moveTo>
                  <a:pt x="2534" y="0"/>
                </a:moveTo>
                <a:cubicBezTo>
                  <a:pt x="2427" y="0"/>
                  <a:pt x="2320" y="49"/>
                  <a:pt x="2249" y="147"/>
                </a:cubicBezTo>
                <a:lnTo>
                  <a:pt x="857" y="2003"/>
                </a:lnTo>
                <a:cubicBezTo>
                  <a:pt x="696" y="2235"/>
                  <a:pt x="857" y="2556"/>
                  <a:pt x="1142" y="2556"/>
                </a:cubicBezTo>
                <a:lnTo>
                  <a:pt x="1660" y="2556"/>
                </a:lnTo>
                <a:lnTo>
                  <a:pt x="518" y="4091"/>
                </a:lnTo>
                <a:cubicBezTo>
                  <a:pt x="339" y="4323"/>
                  <a:pt x="500" y="4644"/>
                  <a:pt x="803" y="4644"/>
                </a:cubicBezTo>
                <a:lnTo>
                  <a:pt x="1321" y="4644"/>
                </a:lnTo>
                <a:lnTo>
                  <a:pt x="161" y="6178"/>
                </a:lnTo>
                <a:cubicBezTo>
                  <a:pt x="0" y="6410"/>
                  <a:pt x="161" y="6731"/>
                  <a:pt x="446" y="6731"/>
                </a:cubicBezTo>
                <a:lnTo>
                  <a:pt x="1499" y="6731"/>
                </a:lnTo>
                <a:lnTo>
                  <a:pt x="1499" y="8123"/>
                </a:lnTo>
                <a:lnTo>
                  <a:pt x="1142" y="8123"/>
                </a:lnTo>
                <a:cubicBezTo>
                  <a:pt x="946" y="8123"/>
                  <a:pt x="803" y="8284"/>
                  <a:pt x="803" y="8480"/>
                </a:cubicBezTo>
                <a:cubicBezTo>
                  <a:pt x="803" y="8658"/>
                  <a:pt x="946" y="8819"/>
                  <a:pt x="1142" y="8819"/>
                </a:cubicBezTo>
                <a:lnTo>
                  <a:pt x="9725" y="8819"/>
                </a:lnTo>
                <a:cubicBezTo>
                  <a:pt x="9921" y="8819"/>
                  <a:pt x="10081" y="8658"/>
                  <a:pt x="10081" y="8480"/>
                </a:cubicBezTo>
                <a:cubicBezTo>
                  <a:pt x="10081" y="8284"/>
                  <a:pt x="9921" y="8123"/>
                  <a:pt x="9725" y="8123"/>
                </a:cubicBezTo>
                <a:lnTo>
                  <a:pt x="9386" y="8123"/>
                </a:lnTo>
                <a:lnTo>
                  <a:pt x="9386" y="6731"/>
                </a:lnTo>
                <a:lnTo>
                  <a:pt x="10420" y="6731"/>
                </a:lnTo>
                <a:cubicBezTo>
                  <a:pt x="10706" y="6731"/>
                  <a:pt x="10884" y="6410"/>
                  <a:pt x="10706" y="6178"/>
                </a:cubicBezTo>
                <a:lnTo>
                  <a:pt x="9546" y="4644"/>
                </a:lnTo>
                <a:lnTo>
                  <a:pt x="10081" y="4644"/>
                </a:lnTo>
                <a:cubicBezTo>
                  <a:pt x="10367" y="4644"/>
                  <a:pt x="10528" y="4323"/>
                  <a:pt x="10349" y="4091"/>
                </a:cubicBezTo>
                <a:lnTo>
                  <a:pt x="9207" y="2556"/>
                </a:lnTo>
                <a:lnTo>
                  <a:pt x="9725" y="2556"/>
                </a:lnTo>
                <a:cubicBezTo>
                  <a:pt x="10010" y="2556"/>
                  <a:pt x="10171" y="2235"/>
                  <a:pt x="10010" y="2003"/>
                </a:cubicBezTo>
                <a:lnTo>
                  <a:pt x="8618" y="147"/>
                </a:lnTo>
                <a:cubicBezTo>
                  <a:pt x="8547" y="49"/>
                  <a:pt x="8440" y="0"/>
                  <a:pt x="8335" y="0"/>
                </a:cubicBezTo>
                <a:cubicBezTo>
                  <a:pt x="8230" y="0"/>
                  <a:pt x="8128" y="49"/>
                  <a:pt x="8065" y="147"/>
                </a:cubicBezTo>
                <a:lnTo>
                  <a:pt x="6673" y="2003"/>
                </a:lnTo>
                <a:cubicBezTo>
                  <a:pt x="6495" y="2235"/>
                  <a:pt x="6656" y="2556"/>
                  <a:pt x="6941" y="2556"/>
                </a:cubicBezTo>
                <a:lnTo>
                  <a:pt x="7459" y="2556"/>
                </a:lnTo>
                <a:lnTo>
                  <a:pt x="6317" y="4091"/>
                </a:lnTo>
                <a:cubicBezTo>
                  <a:pt x="6138" y="4323"/>
                  <a:pt x="6317" y="4644"/>
                  <a:pt x="6602" y="4644"/>
                </a:cubicBezTo>
                <a:lnTo>
                  <a:pt x="7120" y="4644"/>
                </a:lnTo>
                <a:lnTo>
                  <a:pt x="5978" y="6178"/>
                </a:lnTo>
                <a:cubicBezTo>
                  <a:pt x="5799" y="6410"/>
                  <a:pt x="5960" y="6731"/>
                  <a:pt x="6245" y="6731"/>
                </a:cubicBezTo>
                <a:lnTo>
                  <a:pt x="7298" y="6731"/>
                </a:lnTo>
                <a:lnTo>
                  <a:pt x="7298" y="8123"/>
                </a:lnTo>
                <a:lnTo>
                  <a:pt x="3587" y="8123"/>
                </a:lnTo>
                <a:lnTo>
                  <a:pt x="3587" y="6731"/>
                </a:lnTo>
                <a:lnTo>
                  <a:pt x="4622" y="6731"/>
                </a:lnTo>
                <a:cubicBezTo>
                  <a:pt x="4907" y="6731"/>
                  <a:pt x="5068" y="6410"/>
                  <a:pt x="4907" y="6178"/>
                </a:cubicBezTo>
                <a:lnTo>
                  <a:pt x="3747" y="4644"/>
                </a:lnTo>
                <a:lnTo>
                  <a:pt x="4283" y="4644"/>
                </a:lnTo>
                <a:cubicBezTo>
                  <a:pt x="4568" y="4644"/>
                  <a:pt x="4729" y="4323"/>
                  <a:pt x="4550" y="4091"/>
                </a:cubicBezTo>
                <a:lnTo>
                  <a:pt x="3408" y="2556"/>
                </a:lnTo>
                <a:lnTo>
                  <a:pt x="3926" y="2556"/>
                </a:lnTo>
                <a:cubicBezTo>
                  <a:pt x="4211" y="2556"/>
                  <a:pt x="4372" y="2235"/>
                  <a:pt x="4211" y="2003"/>
                </a:cubicBezTo>
                <a:lnTo>
                  <a:pt x="2819" y="147"/>
                </a:lnTo>
                <a:cubicBezTo>
                  <a:pt x="2748" y="49"/>
                  <a:pt x="2641" y="0"/>
                  <a:pt x="25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54" name="Google Shape;1454;p63"/>
          <p:cNvGrpSpPr/>
          <p:nvPr/>
        </p:nvGrpSpPr>
        <p:grpSpPr>
          <a:xfrm rot="515396">
            <a:off x="7473076" y="789300"/>
            <a:ext cx="1026725" cy="757704"/>
            <a:chOff x="6409858" y="765723"/>
            <a:chExt cx="1553730" cy="1146624"/>
          </a:xfrm>
        </p:grpSpPr>
        <p:grpSp>
          <p:nvGrpSpPr>
            <p:cNvPr id="1455" name="Google Shape;1455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6" name="Google Shape;1456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8" name="Google Shape;1458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9" name="Google Shape;1459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5" name="Google Shape;1443;p63">
            <a:extLst>
              <a:ext uri="{FF2B5EF4-FFF2-40B4-BE49-F238E27FC236}">
                <a16:creationId xmlns:a16="http://schemas.microsoft.com/office/drawing/2014/main" id="{C34CCEE4-C9AD-4DD2-9096-B8369937DB96}"/>
              </a:ext>
            </a:extLst>
          </p:cNvPr>
          <p:cNvSpPr txBox="1"/>
          <p:nvPr/>
        </p:nvSpPr>
        <p:spPr>
          <a:xfrm>
            <a:off x="3811620" y="3298996"/>
            <a:ext cx="2029237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Java’s Ragged Arrays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50"/>
          <p:cNvSpPr txBox="1">
            <a:spLocks noGrp="1"/>
          </p:cNvSpPr>
          <p:nvPr>
            <p:ph type="subTitle" idx="6"/>
          </p:nvPr>
        </p:nvSpPr>
        <p:spPr>
          <a:xfrm>
            <a:off x="639356" y="3005789"/>
            <a:ext cx="2250600" cy="11272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Testing If Two Arrays Are Equal, Item for Item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7" name="Google Shape;1017;p50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8" name="Google Shape;1018;p50"/>
          <p:cNvSpPr txBox="1">
            <a:spLocks noGrp="1"/>
          </p:cNvSpPr>
          <p:nvPr>
            <p:ph type="subTitle" idx="8"/>
          </p:nvPr>
        </p:nvSpPr>
        <p:spPr>
          <a:xfrm>
            <a:off x="6073422" y="3006475"/>
            <a:ext cx="2637938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Searching for Something in an Array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9" name="Google Shape;1019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SKILLS</a:t>
            </a:r>
            <a:endParaRPr dirty="0"/>
          </a:p>
        </p:txBody>
      </p:sp>
      <p:sp>
        <p:nvSpPr>
          <p:cNvPr id="1022" name="Google Shape;1022;p50"/>
          <p:cNvSpPr txBox="1">
            <a:spLocks noGrp="1"/>
          </p:cNvSpPr>
          <p:nvPr>
            <p:ph type="subTitle" idx="14"/>
          </p:nvPr>
        </p:nvSpPr>
        <p:spPr>
          <a:xfrm>
            <a:off x="661072" y="1275889"/>
            <a:ext cx="2228884" cy="11272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Printing All Elements in an Array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grpSp>
        <p:nvGrpSpPr>
          <p:cNvPr id="1024" name="Google Shape;1024;p50"/>
          <p:cNvGrpSpPr/>
          <p:nvPr/>
        </p:nvGrpSpPr>
        <p:grpSpPr>
          <a:xfrm rot="-1523066">
            <a:off x="107751" y="828933"/>
            <a:ext cx="863325" cy="637118"/>
            <a:chOff x="6409858" y="765723"/>
            <a:chExt cx="1553730" cy="1146624"/>
          </a:xfrm>
        </p:grpSpPr>
        <p:grpSp>
          <p:nvGrpSpPr>
            <p:cNvPr id="1025" name="Google Shape;102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6" name="Google Shape;102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8" name="Google Shape;1028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9" name="Google Shape;1029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31" name="Google Shape;1031;p50"/>
          <p:cNvGrpSpPr/>
          <p:nvPr/>
        </p:nvGrpSpPr>
        <p:grpSpPr>
          <a:xfrm rot="221632">
            <a:off x="8102977" y="103945"/>
            <a:ext cx="926083" cy="683432"/>
            <a:chOff x="6409858" y="765723"/>
            <a:chExt cx="1553730" cy="1146624"/>
          </a:xfrm>
        </p:grpSpPr>
        <p:grpSp>
          <p:nvGrpSpPr>
            <p:cNvPr id="1032" name="Google Shape;1032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3" name="Google Shape;1033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5" name="Google Shape;103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6" name="Google Shape;103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ABC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1022;p50">
            <a:extLst>
              <a:ext uri="{FF2B5EF4-FFF2-40B4-BE49-F238E27FC236}">
                <a16:creationId xmlns:a16="http://schemas.microsoft.com/office/drawing/2014/main" id="{AA5AC291-A870-4499-9DC3-672B5D715923}"/>
              </a:ext>
            </a:extLst>
          </p:cNvPr>
          <p:cNvSpPr txBox="1">
            <a:spLocks/>
          </p:cNvSpPr>
          <p:nvPr/>
        </p:nvSpPr>
        <p:spPr>
          <a:xfrm>
            <a:off x="6073422" y="1275888"/>
            <a:ext cx="2228884" cy="1127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 i="0" u="none" strike="noStrike" cap="none">
                <a:solidFill>
                  <a:schemeClr val="accent6"/>
                </a:solidFill>
                <a:highlight>
                  <a:schemeClr val="dk1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Copying One Array to Another Array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50"/>
          <p:cNvSpPr txBox="1">
            <a:spLocks noGrp="1"/>
          </p:cNvSpPr>
          <p:nvPr>
            <p:ph type="subTitle" idx="5"/>
          </p:nvPr>
        </p:nvSpPr>
        <p:spPr>
          <a:xfrm>
            <a:off x="6337897" y="1276575"/>
            <a:ext cx="2250600" cy="11272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Working with Partially Filled Arrays</a:t>
            </a:r>
          </a:p>
        </p:txBody>
      </p:sp>
      <p:sp>
        <p:nvSpPr>
          <p:cNvPr id="1016" name="Google Shape;1016;p50"/>
          <p:cNvSpPr txBox="1">
            <a:spLocks noGrp="1"/>
          </p:cNvSpPr>
          <p:nvPr>
            <p:ph type="subTitle" idx="6"/>
          </p:nvPr>
        </p:nvSpPr>
        <p:spPr>
          <a:xfrm>
            <a:off x="650214" y="2898304"/>
            <a:ext cx="2250600" cy="11272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Sorting Data in an Array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7" name="Google Shape;1017;p50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9" name="Google Shape;1019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SKILLS</a:t>
            </a:r>
            <a:endParaRPr dirty="0"/>
          </a:p>
        </p:txBody>
      </p:sp>
      <p:sp>
        <p:nvSpPr>
          <p:cNvPr id="1022" name="Google Shape;1022;p50"/>
          <p:cNvSpPr txBox="1">
            <a:spLocks noGrp="1"/>
          </p:cNvSpPr>
          <p:nvPr>
            <p:ph type="subTitle" idx="14"/>
          </p:nvPr>
        </p:nvSpPr>
        <p:spPr>
          <a:xfrm>
            <a:off x="661072" y="1276574"/>
            <a:ext cx="2228884" cy="11272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Using Java’s Built-in Array Class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23" name="Google Shape;1023;p50"/>
          <p:cNvSpPr txBox="1">
            <a:spLocks noGrp="1"/>
          </p:cNvSpPr>
          <p:nvPr>
            <p:ph type="subTitle" idx="15"/>
          </p:nvPr>
        </p:nvSpPr>
        <p:spPr>
          <a:xfrm>
            <a:off x="6315418" y="291743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Using the for-each statement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grpSp>
        <p:nvGrpSpPr>
          <p:cNvPr id="1024" name="Google Shape;1024;p50"/>
          <p:cNvGrpSpPr/>
          <p:nvPr/>
        </p:nvGrpSpPr>
        <p:grpSpPr>
          <a:xfrm rot="-1523066">
            <a:off x="107751" y="828933"/>
            <a:ext cx="863325" cy="637118"/>
            <a:chOff x="6409858" y="765723"/>
            <a:chExt cx="1553730" cy="1146624"/>
          </a:xfrm>
        </p:grpSpPr>
        <p:grpSp>
          <p:nvGrpSpPr>
            <p:cNvPr id="1025" name="Google Shape;102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6" name="Google Shape;102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8" name="Google Shape;1028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9" name="Google Shape;1029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31" name="Google Shape;1031;p50"/>
          <p:cNvGrpSpPr/>
          <p:nvPr/>
        </p:nvGrpSpPr>
        <p:grpSpPr>
          <a:xfrm rot="221632">
            <a:off x="8102977" y="103945"/>
            <a:ext cx="926083" cy="683432"/>
            <a:chOff x="6409858" y="765723"/>
            <a:chExt cx="1553730" cy="1146624"/>
          </a:xfrm>
        </p:grpSpPr>
        <p:grpSp>
          <p:nvGrpSpPr>
            <p:cNvPr id="1032" name="Google Shape;1032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3" name="Google Shape;1033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5" name="Google Shape;103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6" name="Google Shape;103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ABC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60145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7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3200" b="1" dirty="0"/>
              <a:t>The Details</a:t>
            </a:r>
            <a:endParaRPr sz="3200" b="1"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64559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The for-each Statement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09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7445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for-each Statement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 is another loop statement that is more secure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is the for-each statement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doesn’t need a counter</a:t>
            </a:r>
          </a:p>
        </p:txBody>
      </p:sp>
    </p:spTree>
    <p:extLst>
      <p:ext uri="{BB962C8B-B14F-4D97-AF65-F5344CB8AC3E}">
        <p14:creationId xmlns:p14="http://schemas.microsoft.com/office/powerpoint/2010/main" val="3011305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516551" cy="590038"/>
          </a:xfrm>
        </p:spPr>
        <p:txBody>
          <a:bodyPr/>
          <a:lstStyle/>
          <a:p>
            <a:pPr algn="l"/>
            <a:r>
              <a:rPr lang="en-US" sz="3300" dirty="0"/>
              <a:t>Examples of the for-each Statement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Here are two examples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first example uses a for loop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second example uses a for-each loop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They both do the same thing: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They list all elements in the array </a:t>
            </a:r>
            <a:r>
              <a:rPr lang="en-US" sz="2600" b="1" dirty="0" err="1"/>
              <a:t>itemCount</a:t>
            </a:r>
            <a:r>
              <a:rPr lang="en-US" sz="2600" b="1" dirty="0"/>
              <a:t> that are greater than 500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458929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516551" cy="590038"/>
          </a:xfrm>
        </p:spPr>
        <p:txBody>
          <a:bodyPr/>
          <a:lstStyle/>
          <a:p>
            <a:pPr algn="l"/>
            <a:r>
              <a:rPr lang="en-US" sz="3300" dirty="0"/>
              <a:t>The Examples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331072" cy="3961646"/>
          </a:xfrm>
        </p:spPr>
        <p:txBody>
          <a:bodyPr/>
          <a:lstStyle/>
          <a:p>
            <a:pPr marL="139700" indent="0"/>
            <a:r>
              <a:rPr lang="en-US" sz="2600" b="1" dirty="0"/>
              <a:t>for (int </a:t>
            </a:r>
            <a:r>
              <a:rPr lang="en-US" sz="2600" b="1" dirty="0" err="1"/>
              <a:t>i</a:t>
            </a:r>
            <a:r>
              <a:rPr lang="en-US" sz="2600" b="1" dirty="0"/>
              <a:t>=0;  </a:t>
            </a:r>
            <a:r>
              <a:rPr lang="en-US" sz="2600" b="1" dirty="0" err="1"/>
              <a:t>i</a:t>
            </a:r>
            <a:r>
              <a:rPr lang="en-US" sz="2600" b="1" dirty="0"/>
              <a:t>&lt;</a:t>
            </a:r>
            <a:r>
              <a:rPr lang="en-US" sz="2600" b="1" dirty="0" err="1"/>
              <a:t>itemCount.length</a:t>
            </a:r>
            <a:r>
              <a:rPr lang="en-US" sz="2600" b="1" dirty="0"/>
              <a:t>; </a:t>
            </a:r>
            <a:r>
              <a:rPr lang="en-US" sz="2600" b="1" dirty="0" err="1"/>
              <a:t>i</a:t>
            </a:r>
            <a:r>
              <a:rPr lang="en-US" sz="2600" b="1" dirty="0"/>
              <a:t>++)</a:t>
            </a:r>
          </a:p>
          <a:p>
            <a:pPr marL="139700" indent="0"/>
            <a:r>
              <a:rPr lang="en-US" sz="2600" b="1" dirty="0"/>
              <a:t>     if (</a:t>
            </a:r>
            <a:r>
              <a:rPr lang="en-US" sz="2600" b="1" dirty="0" err="1"/>
              <a:t>itemCount</a:t>
            </a:r>
            <a:r>
              <a:rPr lang="en-US" sz="2600" b="1" dirty="0"/>
              <a:t> [</a:t>
            </a:r>
            <a:r>
              <a:rPr lang="en-US" sz="2600" b="1" dirty="0" err="1"/>
              <a:t>i</a:t>
            </a:r>
            <a:r>
              <a:rPr lang="en-US" sz="2600" b="1" dirty="0"/>
              <a:t>] &gt; 500)</a:t>
            </a:r>
          </a:p>
          <a:p>
            <a:pPr marL="139700" indent="0"/>
            <a:r>
              <a:rPr lang="en-US" sz="2600" b="1" dirty="0"/>
              <a:t>          </a:t>
            </a:r>
            <a:r>
              <a:rPr lang="en-US" sz="2600" b="1" dirty="0" err="1"/>
              <a:t>System.out.println</a:t>
            </a:r>
            <a:r>
              <a:rPr lang="en-US" sz="2600" b="1" dirty="0"/>
              <a:t> (</a:t>
            </a:r>
            <a:r>
              <a:rPr lang="en-US" sz="2600" b="1" dirty="0" err="1"/>
              <a:t>itemCount</a:t>
            </a:r>
            <a:r>
              <a:rPr lang="en-US" sz="2600" b="1" dirty="0"/>
              <a:t> [</a:t>
            </a:r>
            <a:r>
              <a:rPr lang="en-US" sz="2600" b="1" dirty="0" err="1"/>
              <a:t>i</a:t>
            </a:r>
            <a:r>
              <a:rPr lang="en-US" sz="2600" b="1" dirty="0"/>
              <a:t>]);</a:t>
            </a:r>
          </a:p>
          <a:p>
            <a:pPr marL="139700" indent="0"/>
            <a:endParaRPr lang="en-US" sz="2600" b="1" dirty="0"/>
          </a:p>
          <a:p>
            <a:pPr marL="139700" indent="0"/>
            <a:r>
              <a:rPr lang="en-US" sz="2600" b="1" dirty="0"/>
              <a:t>for (int </a:t>
            </a:r>
            <a:r>
              <a:rPr lang="en-US" sz="2600" b="1" dirty="0" err="1"/>
              <a:t>currentItem</a:t>
            </a:r>
            <a:r>
              <a:rPr lang="en-US" sz="2600" b="1" dirty="0"/>
              <a:t>: </a:t>
            </a:r>
            <a:r>
              <a:rPr lang="en-US" sz="2600" b="1" dirty="0" err="1"/>
              <a:t>itemCount</a:t>
            </a:r>
            <a:r>
              <a:rPr lang="en-US" sz="2600" b="1" dirty="0"/>
              <a:t>)</a:t>
            </a:r>
          </a:p>
          <a:p>
            <a:pPr marL="139700" indent="0"/>
            <a:r>
              <a:rPr lang="en-US" sz="2600" b="1" dirty="0"/>
              <a:t>     if (</a:t>
            </a:r>
            <a:r>
              <a:rPr lang="en-US" sz="2600" b="1" dirty="0" err="1"/>
              <a:t>currentItem</a:t>
            </a:r>
            <a:r>
              <a:rPr lang="en-US" sz="2600" b="1" dirty="0"/>
              <a:t> &gt; 500)</a:t>
            </a:r>
          </a:p>
          <a:p>
            <a:pPr marL="139700" indent="0"/>
            <a:r>
              <a:rPr lang="en-US" sz="2600" b="1" dirty="0"/>
              <a:t>          </a:t>
            </a:r>
            <a:r>
              <a:rPr lang="en-US" sz="2600" b="1" dirty="0" err="1"/>
              <a:t>System.out.println</a:t>
            </a:r>
            <a:r>
              <a:rPr lang="en-US" sz="2600" b="1" dirty="0"/>
              <a:t> (</a:t>
            </a:r>
            <a:r>
              <a:rPr lang="en-US" sz="2600" b="1" dirty="0" err="1"/>
              <a:t>currentItem</a:t>
            </a:r>
            <a:r>
              <a:rPr lang="en-US" sz="2600" b="1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071763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Errors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10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46168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Errors 1: Index out of Bounds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Java’s name for error is exception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It’s easy to make errors with arrays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One common exception is the </a:t>
            </a:r>
            <a:r>
              <a:rPr lang="en-US" sz="2800" b="1" dirty="0" err="1"/>
              <a:t>ArrayIndexOutOfBounds</a:t>
            </a:r>
            <a:r>
              <a:rPr lang="en-US" sz="2800" b="1" dirty="0"/>
              <a:t> exception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exception occurs if you try to access a non-existent element of an array</a:t>
            </a:r>
          </a:p>
        </p:txBody>
      </p:sp>
    </p:spTree>
    <p:extLst>
      <p:ext uri="{BB962C8B-B14F-4D97-AF65-F5344CB8AC3E}">
        <p14:creationId xmlns:p14="http://schemas.microsoft.com/office/powerpoint/2010/main" val="2142406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626709" cy="590038"/>
          </a:xfrm>
        </p:spPr>
        <p:txBody>
          <a:bodyPr/>
          <a:lstStyle/>
          <a:p>
            <a:pPr algn="l"/>
            <a:r>
              <a:rPr lang="en-US" sz="3100" dirty="0"/>
              <a:t>The </a:t>
            </a:r>
            <a:r>
              <a:rPr lang="en-US" sz="3100" dirty="0" err="1"/>
              <a:t>ArrayIndexOutOfBounds</a:t>
            </a:r>
            <a:r>
              <a:rPr lang="en-US" sz="3100" dirty="0"/>
              <a:t> Exception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Here are two examples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600" b="1" dirty="0"/>
          </a:p>
          <a:p>
            <a:pPr marL="596900" lvl="1" indent="0" algn="l"/>
            <a:r>
              <a:rPr lang="en-US" sz="2400" b="1" dirty="0"/>
              <a:t>   </a:t>
            </a:r>
            <a:r>
              <a:rPr lang="en-US" sz="2400" b="1" dirty="0" err="1"/>
              <a:t>System.out.println</a:t>
            </a:r>
            <a:r>
              <a:rPr lang="en-US" sz="2400" b="1" dirty="0"/>
              <a:t> (</a:t>
            </a:r>
            <a:r>
              <a:rPr lang="en-US" sz="2400" b="1" dirty="0" err="1"/>
              <a:t>itemCount</a:t>
            </a:r>
            <a:r>
              <a:rPr lang="en-US" sz="2400" b="1" dirty="0"/>
              <a:t> [101]);</a:t>
            </a:r>
          </a:p>
          <a:p>
            <a:pPr marL="596900" lvl="1" indent="0" algn="l"/>
            <a:endParaRPr lang="en-US" sz="2400" b="1" dirty="0"/>
          </a:p>
          <a:p>
            <a:pPr marL="596900" lvl="1" indent="0" algn="l"/>
            <a:r>
              <a:rPr lang="en-US" sz="2400" b="1" dirty="0"/>
              <a:t>   </a:t>
            </a:r>
            <a:r>
              <a:rPr lang="en-US" sz="2400" b="1" dirty="0" err="1"/>
              <a:t>System.out.println</a:t>
            </a:r>
            <a:r>
              <a:rPr lang="en-US" sz="2400" b="1" dirty="0"/>
              <a:t> (</a:t>
            </a:r>
            <a:r>
              <a:rPr lang="en-US" sz="2400" b="1" dirty="0" err="1"/>
              <a:t>itemCount</a:t>
            </a:r>
            <a:r>
              <a:rPr lang="en-US" sz="2400" b="1" dirty="0"/>
              <a:t> [-1]);</a:t>
            </a:r>
          </a:p>
        </p:txBody>
      </p:sp>
    </p:spTree>
    <p:extLst>
      <p:ext uri="{BB962C8B-B14F-4D97-AF65-F5344CB8AC3E}">
        <p14:creationId xmlns:p14="http://schemas.microsoft.com/office/powerpoint/2010/main" val="1306336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Errors 2: Off-By-One Errors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not an exception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It’s a programming bug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 array error that occurs often is called an Off-By-One Error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Sometimes, especially because we start counting at 0, it’s easy to access the element right before or right after the one we want 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624965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Partially Full Arrays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11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90566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Partially Full Arrays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 most cases, the array is only partially full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This is quite common!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need a variable (type int) to tell how many locations are used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If you use a portion of the array in the middle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You can keep track of the start in </a:t>
            </a:r>
            <a:r>
              <a:rPr lang="en-US" sz="2600" b="1" dirty="0" err="1"/>
              <a:t>firstPosn</a:t>
            </a:r>
            <a:r>
              <a:rPr lang="en-US" sz="2600" b="1" dirty="0"/>
              <a:t>, and the end in </a:t>
            </a:r>
            <a:r>
              <a:rPr lang="en-US" sz="2600" b="1" dirty="0" err="1"/>
              <a:t>lastPosn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874707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Searching through an Array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Suppose you want to find something in an array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will learn about two types of searches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A common, but slow, search is the sequential search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A faster search is the binary search</a:t>
            </a:r>
          </a:p>
        </p:txBody>
      </p:sp>
    </p:spTree>
    <p:extLst>
      <p:ext uri="{BB962C8B-B14F-4D97-AF65-F5344CB8AC3E}">
        <p14:creationId xmlns:p14="http://schemas.microsoft.com/office/powerpoint/2010/main" val="38741778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Sequential Search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sequential search starts at the first element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It continues until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the element is found, or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the end of the array is reached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See SequentialSearchDemo.java, SequentialSearch.java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865301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Searching through an Array-Part 2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270500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search is the binary search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 requires the data to be sorted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 breaks the data into two halves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 keeps the half containing the data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 then repeats this process until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element is found, or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two side-by-side elements are encountered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See BinarySearchDemo.java, BinarySearch.java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4191759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Binary Search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270500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binary search </a:t>
            </a:r>
            <a:r>
              <a:rPr lang="en-US" sz="2600" b="1" dirty="0"/>
              <a:t>requires the data to be sorted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 breaks the data into two halves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 keeps the half containing the data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 then repeats this process until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the element is found, or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two side-by-side elements are encountered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See BinarySearchDemo.java, BinarySearch.java</a:t>
            </a:r>
          </a:p>
        </p:txBody>
      </p:sp>
    </p:spTree>
    <p:extLst>
      <p:ext uri="{BB962C8B-B14F-4D97-AF65-F5344CB8AC3E}">
        <p14:creationId xmlns:p14="http://schemas.microsoft.com/office/powerpoint/2010/main" val="2039662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Code for The Binary Search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270500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 is code on Canvas for the binary search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See BinarySearchDemo.java, BinarySearch.java</a:t>
            </a:r>
          </a:p>
        </p:txBody>
      </p:sp>
    </p:spTree>
    <p:extLst>
      <p:ext uri="{BB962C8B-B14F-4D97-AF65-F5344CB8AC3E}">
        <p14:creationId xmlns:p14="http://schemas.microsoft.com/office/powerpoint/2010/main" val="4977876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41669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Sorting Data-The Selection Sort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12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815762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Sorting the Data in an Array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It may happen that you need to sort an array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Sorting takes a long time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There are many ways to sort data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A more advanced course will discuss them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We will discuss one sort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This is a sort that is very easy to code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However, it’s one of the slowest sorts</a:t>
            </a:r>
          </a:p>
        </p:txBody>
      </p:sp>
    </p:spTree>
    <p:extLst>
      <p:ext uri="{BB962C8B-B14F-4D97-AF65-F5344CB8AC3E}">
        <p14:creationId xmlns:p14="http://schemas.microsoft.com/office/powerpoint/2010/main" val="41554509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Selection Sort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334801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Algorithm: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Find the (1st) smallest item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Swap that item with the item at index 0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Find the 2nd smallest item out of the rest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Swap that item with the item at index 1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Repeat this until the entire array is sorted</a:t>
            </a:r>
          </a:p>
        </p:txBody>
      </p:sp>
    </p:spTree>
    <p:extLst>
      <p:ext uri="{BB962C8B-B14F-4D97-AF65-F5344CB8AC3E}">
        <p14:creationId xmlns:p14="http://schemas.microsoft.com/office/powerpoint/2010/main" val="23211624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41669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Using Java’s Built-In Arrays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13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874407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Java’s Built-in Array Class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Java has a built-in class for arrays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It’s called Arrays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use it requires an import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import </a:t>
            </a:r>
            <a:r>
              <a:rPr lang="en-US" sz="2600" b="1" dirty="0" err="1"/>
              <a:t>java.util.Arrays</a:t>
            </a:r>
            <a:endParaRPr lang="en-US" sz="26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Here are some methods in the class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binarySearch</a:t>
            </a:r>
            <a:r>
              <a:rPr lang="en-US" sz="2600" b="1" dirty="0"/>
              <a:t>, sort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 err="1"/>
              <a:t>copyOf</a:t>
            </a:r>
            <a:r>
              <a:rPr lang="en-US" sz="2600" b="1" dirty="0"/>
              <a:t>, </a:t>
            </a:r>
            <a:r>
              <a:rPr lang="en-US" sz="2600" b="1" dirty="0" err="1"/>
              <a:t>copyOfRange</a:t>
            </a:r>
            <a:endParaRPr lang="en-US" sz="2600" b="1" dirty="0"/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equals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fill</a:t>
            </a:r>
          </a:p>
        </p:txBody>
      </p:sp>
    </p:spTree>
    <p:extLst>
      <p:ext uri="{BB962C8B-B14F-4D97-AF65-F5344CB8AC3E}">
        <p14:creationId xmlns:p14="http://schemas.microsoft.com/office/powerpoint/2010/main" val="32652423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41669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Introducing </a:t>
            </a:r>
            <a:r>
              <a:rPr lang="en-US" sz="3600" dirty="0" err="1"/>
              <a:t>ArrayLists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14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970062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Java’s Dynamic Arrays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Another built in class is the </a:t>
            </a:r>
            <a:r>
              <a:rPr lang="en-US" sz="2800" b="1" dirty="0" err="1"/>
              <a:t>ArrayList</a:t>
            </a:r>
            <a:r>
              <a:rPr lang="en-US" sz="2800" b="1" dirty="0"/>
              <a:t> class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allows for dynamically resizable arrays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Regular arrays cannot change their size but an </a:t>
            </a:r>
            <a:r>
              <a:rPr lang="en-US" sz="2800" b="1" dirty="0" err="1"/>
              <a:t>ArrayList</a:t>
            </a:r>
            <a:r>
              <a:rPr lang="en-US" sz="2800" b="1" dirty="0"/>
              <a:t> can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 </a:t>
            </a:r>
            <a:r>
              <a:rPr lang="en-US" sz="2800" b="1" dirty="0" err="1"/>
              <a:t>ArrayList</a:t>
            </a:r>
            <a:r>
              <a:rPr lang="en-US" sz="2800" b="1" dirty="0"/>
              <a:t> is very flexible</a:t>
            </a:r>
          </a:p>
        </p:txBody>
      </p:sp>
    </p:spTree>
    <p:extLst>
      <p:ext uri="{BB962C8B-B14F-4D97-AF65-F5344CB8AC3E}">
        <p14:creationId xmlns:p14="http://schemas.microsoft.com/office/powerpoint/2010/main" val="25249353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8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Arrays of Many Dimensions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15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022487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Multidimensional Arrays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Think of seating at a sporting event or a live theater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have to know a row number and a seat number in that row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That is a two dimensional array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takes two numbers to find a seat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 are also arrays with three, four, …, dimensions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They are useful in many situations</a:t>
            </a:r>
          </a:p>
        </p:txBody>
      </p:sp>
    </p:spTree>
    <p:extLst>
      <p:ext uri="{BB962C8B-B14F-4D97-AF65-F5344CB8AC3E}">
        <p14:creationId xmlns:p14="http://schemas.microsoft.com/office/powerpoint/2010/main" val="19691808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Ragged Arrays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16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180447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Java’s Ragged Arrays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also create an array where the rows are of different sizes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They are called ragged arrays</a:t>
            </a:r>
          </a:p>
        </p:txBody>
      </p:sp>
    </p:spTree>
    <p:extLst>
      <p:ext uri="{BB962C8B-B14F-4D97-AF65-F5344CB8AC3E}">
        <p14:creationId xmlns:p14="http://schemas.microsoft.com/office/powerpoint/2010/main" val="37680260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Partially Full Arrays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17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076933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Enumerated Types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 discussed these in Chapter 3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book does a good job of discussing them along with named constants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See the Timekeeping program, Listing 7.14 on pp. 542+</a:t>
            </a:r>
          </a:p>
        </p:txBody>
      </p:sp>
    </p:spTree>
    <p:extLst>
      <p:ext uri="{BB962C8B-B14F-4D97-AF65-F5344CB8AC3E}">
        <p14:creationId xmlns:p14="http://schemas.microsoft.com/office/powerpoint/2010/main" val="37518435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Parallel Arrays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18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70685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Introducing Parallel Arrays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These are not in the text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However, you will need them for the next lab</a:t>
            </a:r>
          </a:p>
        </p:txBody>
      </p:sp>
    </p:spTree>
    <p:extLst>
      <p:ext uri="{BB962C8B-B14F-4D97-AF65-F5344CB8AC3E}">
        <p14:creationId xmlns:p14="http://schemas.microsoft.com/office/powerpoint/2010/main" val="19850100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Parallel Arrays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346765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These are several arrays that are “lined up next to each other”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Of course, that’s not possible in reality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Memory is a long line of bytes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just program as if it were true</a:t>
            </a:r>
          </a:p>
        </p:txBody>
      </p:sp>
    </p:spTree>
    <p:extLst>
      <p:ext uri="{BB962C8B-B14F-4D97-AF65-F5344CB8AC3E}">
        <p14:creationId xmlns:p14="http://schemas.microsoft.com/office/powerpoint/2010/main" val="5229594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Parallel Arrays Are in Use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They are very popular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drawback is that they are note really connected to one another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It’s easy to mess up the coding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better way to do this is using classes</a:t>
            </a:r>
          </a:p>
        </p:txBody>
      </p:sp>
    </p:spTree>
    <p:extLst>
      <p:ext uri="{BB962C8B-B14F-4D97-AF65-F5344CB8AC3E}">
        <p14:creationId xmlns:p14="http://schemas.microsoft.com/office/powerpoint/2010/main" val="30020788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Lab 10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19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088666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Lab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This is a lab that will introduce you to  parallel arrays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For an example of parallel arrays, see ParallelArrayDemo.java</a:t>
            </a:r>
          </a:p>
        </p:txBody>
      </p:sp>
    </p:spTree>
    <p:extLst>
      <p:ext uri="{BB962C8B-B14F-4D97-AF65-F5344CB8AC3E}">
        <p14:creationId xmlns:p14="http://schemas.microsoft.com/office/powerpoint/2010/main" val="4401003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More about Our Two Classes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417762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Each class has its own job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does not know any details of the other class</a:t>
            </a:r>
          </a:p>
        </p:txBody>
      </p:sp>
    </p:spTree>
    <p:extLst>
      <p:ext uri="{BB962C8B-B14F-4D97-AF65-F5344CB8AC3E}">
        <p14:creationId xmlns:p14="http://schemas.microsoft.com/office/powerpoint/2010/main" val="16180611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Academic Honesty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Again, I remind you of the class’ academic honesty policy: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All programs have to be written only by you as described in the syllabus</a:t>
            </a:r>
          </a:p>
        </p:txBody>
      </p:sp>
    </p:spTree>
    <p:extLst>
      <p:ext uri="{BB962C8B-B14F-4D97-AF65-F5344CB8AC3E}">
        <p14:creationId xmlns:p14="http://schemas.microsoft.com/office/powerpoint/2010/main" val="35714771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6" name="Google Shape;2276;p75"/>
          <p:cNvGrpSpPr/>
          <p:nvPr/>
        </p:nvGrpSpPr>
        <p:grpSpPr>
          <a:xfrm rot="-266707">
            <a:off x="2893445" y="270003"/>
            <a:ext cx="4903570" cy="3351744"/>
            <a:chOff x="8224325" y="1877325"/>
            <a:chExt cx="449175" cy="307025"/>
          </a:xfrm>
        </p:grpSpPr>
        <p:sp>
          <p:nvSpPr>
            <p:cNvPr id="2277" name="Google Shape;2277;p75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8" name="Google Shape;2278;p75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rgbClr val="F6EFD3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9" name="Google Shape;2279;p75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rgbClr val="F6E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2280" name="Google Shape;2280;p7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2282" name="Google Shape;2282;p75"/>
          <p:cNvGrpSpPr/>
          <p:nvPr/>
        </p:nvGrpSpPr>
        <p:grpSpPr>
          <a:xfrm rot="-486145">
            <a:off x="6834911" y="655577"/>
            <a:ext cx="1228053" cy="906280"/>
            <a:chOff x="6409858" y="765723"/>
            <a:chExt cx="1553730" cy="1146624"/>
          </a:xfrm>
        </p:grpSpPr>
        <p:grpSp>
          <p:nvGrpSpPr>
            <p:cNvPr id="2283" name="Google Shape;2283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4" name="Google Shape;2284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6" name="Google Shape;2286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7" name="Google Shape;2287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>
                  <a:alpha val="636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89" name="Google Shape;2289;p75"/>
          <p:cNvSpPr/>
          <p:nvPr/>
        </p:nvSpPr>
        <p:spPr>
          <a:xfrm>
            <a:off x="2271901" y="4201127"/>
            <a:ext cx="407383" cy="407383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0" name="Google Shape;2290;p75"/>
          <p:cNvGrpSpPr/>
          <p:nvPr/>
        </p:nvGrpSpPr>
        <p:grpSpPr>
          <a:xfrm>
            <a:off x="2792442" y="4201065"/>
            <a:ext cx="407432" cy="407391"/>
            <a:chOff x="812101" y="2571761"/>
            <a:chExt cx="417066" cy="417024"/>
          </a:xfrm>
        </p:grpSpPr>
        <p:sp>
          <p:nvSpPr>
            <p:cNvPr id="2291" name="Google Shape;2291;p75"/>
            <p:cNvSpPr/>
            <p:nvPr/>
          </p:nvSpPr>
          <p:spPr>
            <a:xfrm>
              <a:off x="935084" y="2694744"/>
              <a:ext cx="171071" cy="171071"/>
            </a:xfrm>
            <a:custGeom>
              <a:avLst/>
              <a:gdLst/>
              <a:ahLst/>
              <a:cxnLst/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75"/>
            <p:cNvSpPr/>
            <p:nvPr/>
          </p:nvSpPr>
          <p:spPr>
            <a:xfrm>
              <a:off x="860977" y="2620616"/>
              <a:ext cx="319311" cy="319290"/>
            </a:xfrm>
            <a:custGeom>
              <a:avLst/>
              <a:gdLst/>
              <a:ahLst/>
              <a:cxnLst/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75"/>
            <p:cNvSpPr/>
            <p:nvPr/>
          </p:nvSpPr>
          <p:spPr>
            <a:xfrm>
              <a:off x="812101" y="2571761"/>
              <a:ext cx="417066" cy="417024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75"/>
            <p:cNvSpPr/>
            <p:nvPr/>
          </p:nvSpPr>
          <p:spPr>
            <a:xfrm>
              <a:off x="1081712" y="2670306"/>
              <a:ext cx="48878" cy="48898"/>
            </a:xfrm>
            <a:custGeom>
              <a:avLst/>
              <a:gdLst/>
              <a:ahLst/>
              <a:cxnLst/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5" name="Google Shape;2295;p75"/>
          <p:cNvGrpSpPr/>
          <p:nvPr/>
        </p:nvGrpSpPr>
        <p:grpSpPr>
          <a:xfrm>
            <a:off x="3313036" y="4201065"/>
            <a:ext cx="407391" cy="407391"/>
            <a:chOff x="1323129" y="2571761"/>
            <a:chExt cx="417024" cy="417024"/>
          </a:xfrm>
        </p:grpSpPr>
        <p:sp>
          <p:nvSpPr>
            <p:cNvPr id="2296" name="Google Shape;2296;p75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75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75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75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0" name="Google Shape;2300;p75"/>
          <p:cNvSpPr/>
          <p:nvPr/>
        </p:nvSpPr>
        <p:spPr>
          <a:xfrm>
            <a:off x="3886539" y="4237878"/>
            <a:ext cx="409401" cy="333886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Great Outdoors Month by Slidesgo">
  <a:themeElements>
    <a:clrScheme name="Simple Light">
      <a:dk1>
        <a:srgbClr val="000000"/>
      </a:dk1>
      <a:lt1>
        <a:srgbClr val="04303A"/>
      </a:lt1>
      <a:dk2>
        <a:srgbClr val="648E71"/>
      </a:dk2>
      <a:lt2>
        <a:srgbClr val="AED080"/>
      </a:lt2>
      <a:accent1>
        <a:srgbClr val="F6EFD3"/>
      </a:accent1>
      <a:accent2>
        <a:srgbClr val="FABC6E"/>
      </a:accent2>
      <a:accent3>
        <a:srgbClr val="EF7963"/>
      </a:accent3>
      <a:accent4>
        <a:srgbClr val="662C26"/>
      </a:accent4>
      <a:accent5>
        <a:srgbClr val="B6DFE7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2469</TotalTime>
  <Words>1143</Words>
  <Application>Microsoft Office PowerPoint</Application>
  <PresentationFormat>On-screen Show (16:9)</PresentationFormat>
  <Paragraphs>200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Bebas Neue</vt:lpstr>
      <vt:lpstr>Kalam</vt:lpstr>
      <vt:lpstr>Special Elite</vt:lpstr>
      <vt:lpstr>US Great Outdoors Month by Slidesgo</vt:lpstr>
      <vt:lpstr>Introduction to Object-Oriented Programming: Java</vt:lpstr>
      <vt:lpstr>Chapter 7</vt:lpstr>
      <vt:lpstr>Vocabulary, Concepts, and  Skills</vt:lpstr>
      <vt:lpstr>VOCABULARY</vt:lpstr>
      <vt:lpstr>CONCEPTS</vt:lpstr>
      <vt:lpstr>CONCEPTS</vt:lpstr>
      <vt:lpstr>SKILLS</vt:lpstr>
      <vt:lpstr>SKILLS</vt:lpstr>
      <vt:lpstr>Chapter 7</vt:lpstr>
      <vt:lpstr>The for-each Statement</vt:lpstr>
      <vt:lpstr>The for-each Statement</vt:lpstr>
      <vt:lpstr>Examples of the for-each Statement</vt:lpstr>
      <vt:lpstr>The Examples</vt:lpstr>
      <vt:lpstr>Errors</vt:lpstr>
      <vt:lpstr>Errors 1: Index out of Bounds</vt:lpstr>
      <vt:lpstr>The ArrayIndexOutOfBounds Exception</vt:lpstr>
      <vt:lpstr>Errors 2: Off-By-One Errors</vt:lpstr>
      <vt:lpstr>Partially Full Arrays</vt:lpstr>
      <vt:lpstr>Partially Full Arrays</vt:lpstr>
      <vt:lpstr>Searching through an Array</vt:lpstr>
      <vt:lpstr>The Sequential Search</vt:lpstr>
      <vt:lpstr>Searching through an Array-Part 2</vt:lpstr>
      <vt:lpstr>The Binary Search</vt:lpstr>
      <vt:lpstr>Code for The Binary Search</vt:lpstr>
      <vt:lpstr>Sorting Data-The Selection Sort</vt:lpstr>
      <vt:lpstr>Sorting the Data in an Array</vt:lpstr>
      <vt:lpstr>The Selection Sort</vt:lpstr>
      <vt:lpstr>Using Java’s Built-In Arrays</vt:lpstr>
      <vt:lpstr>Java’s Built-in Array Class</vt:lpstr>
      <vt:lpstr>Introducing ArrayLists</vt:lpstr>
      <vt:lpstr>Java’s Dynamic Arrays</vt:lpstr>
      <vt:lpstr>Arrays of Many Dimensions</vt:lpstr>
      <vt:lpstr>Multidimensional Arrays</vt:lpstr>
      <vt:lpstr>Ragged Arrays</vt:lpstr>
      <vt:lpstr>Java’s Ragged Arrays</vt:lpstr>
      <vt:lpstr>Partially Full Arrays</vt:lpstr>
      <vt:lpstr>Enumerated Types</vt:lpstr>
      <vt:lpstr>Parallel Arrays</vt:lpstr>
      <vt:lpstr>Introducing Parallel Arrays</vt:lpstr>
      <vt:lpstr>Parallel Arrays</vt:lpstr>
      <vt:lpstr>Parallel Arrays Are in Use</vt:lpstr>
      <vt:lpstr>Lab 10</vt:lpstr>
      <vt:lpstr>The Lab</vt:lpstr>
      <vt:lpstr>More about Our Two Classes</vt:lpstr>
      <vt:lpstr>Academic Honesty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GREAT OUTDOORS MONTH</dc:title>
  <dc:creator>James Hoffman</dc:creator>
  <cp:lastModifiedBy>Hoffman, James</cp:lastModifiedBy>
  <cp:revision>183</cp:revision>
  <cp:lastPrinted>2022-06-21T15:58:31Z</cp:lastPrinted>
  <dcterms:modified xsi:type="dcterms:W3CDTF">2024-08-26T15:24:27Z</dcterms:modified>
</cp:coreProperties>
</file>