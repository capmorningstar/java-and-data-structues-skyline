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86" r:id="rId1"/>
  </p:sldMasterIdLst>
  <p:notesMasterIdLst>
    <p:notesMasterId r:id="rId39"/>
  </p:notesMasterIdLst>
  <p:sldIdLst>
    <p:sldId id="256" r:id="rId2"/>
    <p:sldId id="381" r:id="rId3"/>
    <p:sldId id="282" r:id="rId4"/>
    <p:sldId id="257" r:id="rId5"/>
    <p:sldId id="278" r:id="rId6"/>
    <p:sldId id="291" r:id="rId7"/>
    <p:sldId id="396" r:id="rId8"/>
    <p:sldId id="542" r:id="rId9"/>
    <p:sldId id="489" r:id="rId10"/>
    <p:sldId id="490" r:id="rId11"/>
    <p:sldId id="543" r:id="rId12"/>
    <p:sldId id="491" r:id="rId13"/>
    <p:sldId id="544" r:id="rId14"/>
    <p:sldId id="492" r:id="rId15"/>
    <p:sldId id="545" r:id="rId16"/>
    <p:sldId id="513" r:id="rId17"/>
    <p:sldId id="493" r:id="rId18"/>
    <p:sldId id="494" r:id="rId19"/>
    <p:sldId id="495" r:id="rId20"/>
    <p:sldId id="497" r:id="rId21"/>
    <p:sldId id="498" r:id="rId22"/>
    <p:sldId id="546" r:id="rId23"/>
    <p:sldId id="496" r:id="rId24"/>
    <p:sldId id="550" r:id="rId25"/>
    <p:sldId id="551" r:id="rId26"/>
    <p:sldId id="547" r:id="rId27"/>
    <p:sldId id="499" r:id="rId28"/>
    <p:sldId id="500" r:id="rId29"/>
    <p:sldId id="548" r:id="rId30"/>
    <p:sldId id="501" r:id="rId31"/>
    <p:sldId id="549" r:id="rId32"/>
    <p:sldId id="502" r:id="rId33"/>
    <p:sldId id="503" r:id="rId34"/>
    <p:sldId id="514" r:id="rId35"/>
    <p:sldId id="504" r:id="rId36"/>
    <p:sldId id="505" r:id="rId37"/>
    <p:sldId id="290" r:id="rId38"/>
  </p:sldIdLst>
  <p:sldSz cx="9144000" cy="5143500" type="screen16x9"/>
  <p:notesSz cx="7010400" cy="92964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2ABC2007-4194-44C9-A730-8082A69096D6}">
  <a:tblStyle styleId="{2ABC2007-4194-44C9-A730-8082A69096D6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88" autoAdjust="0"/>
    <p:restoredTop sz="94291" autoAdjust="0"/>
  </p:normalViewPr>
  <p:slideViewPr>
    <p:cSldViewPr snapToGrid="0">
      <p:cViewPr varScale="1">
        <p:scale>
          <a:sx n="82" d="100"/>
          <a:sy n="82" d="100"/>
        </p:scale>
        <p:origin x="834" y="78"/>
      </p:cViewPr>
      <p:guideLst/>
    </p:cSldViewPr>
  </p:slideViewPr>
  <p:outlineViewPr>
    <p:cViewPr>
      <p:scale>
        <a:sx n="33" d="100"/>
        <a:sy n="33" d="100"/>
      </p:scale>
      <p:origin x="0" y="-1715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636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notesMaster" Target="notesMasters/notesMaster1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9188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3162" tIns="93162" rIns="93162" bIns="93162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7" name="Google Shape;507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8" name="Google Shape;508;p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3046853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0" name="Google Shape;610;g12340c23162_0_42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1" name="Google Shape;611;g12340c23162_0_426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2" name="Google Shape;1422;g11b06bd4b87_3_68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23" name="Google Shape;1423;g11b06bd4b87_3_68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8" name="Google Shape;1008;g11b06bd4b87_0_10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9" name="Google Shape;1009;g11b06bd4b87_0_1039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8" name="Google Shape;638;g11b06bd4b87_0_3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9" name="Google Shape;639;g11b06bd4b87_0_356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8349551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4701681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88864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76434733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7435624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9701378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7201652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2483519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569001792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55991628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7465052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304718860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20876960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70890964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24228152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312003838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56382929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8508594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288583143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180033849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248974202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020837639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54212889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275635299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3" name="Google Shape;1633;g11b06bd4b87_3_120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4" name="Google Shape;1634;g11b06bd4b87_3_1205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17591642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123154943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2217697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35242282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4077831007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4" name="Google Shape;1124;g11b06bd4b87_3_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5" name="Google Shape;1125;g11b06bd4b87_3_38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2905766738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" name="Google Shape;2273;g11b06bd4b87_3_239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6400" y="696913"/>
            <a:ext cx="6197600" cy="348615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74" name="Google Shape;2274;g11b06bd4b87_3_2391:notes"/>
          <p:cNvSpPr txBox="1">
            <a:spLocks noGrp="1"/>
          </p:cNvSpPr>
          <p:nvPr>
            <p:ph type="body" idx="1"/>
          </p:nvPr>
        </p:nvSpPr>
        <p:spPr>
          <a:xfrm>
            <a:off x="701040" y="4415790"/>
            <a:ext cx="5608320" cy="4183380"/>
          </a:xfrm>
          <a:prstGeom prst="rect">
            <a:avLst/>
          </a:prstGeom>
        </p:spPr>
        <p:txBody>
          <a:bodyPr spcFirstLastPara="1" wrap="square" lIns="93162" tIns="93162" rIns="93162" bIns="93162" anchor="t" anchorCtr="0">
            <a:noAutofit/>
          </a:bodyPr>
          <a:lstStyle/>
          <a:p>
            <a:pPr marL="0" indent="0"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chemeClr val="dk2"/>
        </a:solidFill>
        <a:effectLst/>
      </p:bgPr>
    </p:bg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" name="Google Shape;10;p2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" name="Google Shape;11;p2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" name="Google Shape;12;p2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" name="Google Shape;13;p2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4" name="Google Shape;14;p2"/>
          <p:cNvGrpSpPr/>
          <p:nvPr/>
        </p:nvGrpSpPr>
        <p:grpSpPr>
          <a:xfrm>
            <a:off x="-220289" y="-1490778"/>
            <a:ext cx="7753988" cy="10833124"/>
            <a:chOff x="6260625" y="2712350"/>
            <a:chExt cx="1146175" cy="1601325"/>
          </a:xfrm>
        </p:grpSpPr>
        <p:sp>
          <p:nvSpPr>
            <p:cNvPr id="15" name="Google Shape;15;p2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7" name="Google Shape;17;p2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" name="Google Shape;18;p2"/>
          <p:cNvGrpSpPr/>
          <p:nvPr/>
        </p:nvGrpSpPr>
        <p:grpSpPr>
          <a:xfrm>
            <a:off x="867506" y="76192"/>
            <a:ext cx="8571314" cy="12073351"/>
            <a:chOff x="6949425" y="870600"/>
            <a:chExt cx="1155475" cy="1627575"/>
          </a:xfrm>
        </p:grpSpPr>
        <p:sp>
          <p:nvSpPr>
            <p:cNvPr id="19" name="Google Shape;19;p2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" name="Google Shape;20;p2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" name="Google Shape;21;p2"/>
          <p:cNvSpPr txBox="1">
            <a:spLocks noGrp="1"/>
          </p:cNvSpPr>
          <p:nvPr>
            <p:ph type="subTitle" idx="1"/>
          </p:nvPr>
        </p:nvSpPr>
        <p:spPr>
          <a:xfrm>
            <a:off x="2299200" y="4005325"/>
            <a:ext cx="5002800" cy="43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800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600">
                <a:latin typeface="Kalam"/>
                <a:ea typeface="Kalam"/>
                <a:cs typeface="Kalam"/>
                <a:sym typeface="Kalam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bg>
      <p:bgPr>
        <a:solidFill>
          <a:schemeClr val="dk2"/>
        </a:solidFill>
        <a:effectLst/>
      </p:bgPr>
    </p:bg>
    <p:spTree>
      <p:nvGrpSpPr>
        <p:cNvPr id="1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9"/>
          <p:cNvSpPr/>
          <p:nvPr/>
        </p:nvSpPr>
        <p:spPr>
          <a:xfrm rot="4708122">
            <a:off x="-420349" y="4144939"/>
            <a:ext cx="1749022" cy="106863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" name="Google Shape;96;p9"/>
          <p:cNvSpPr/>
          <p:nvPr/>
        </p:nvSpPr>
        <p:spPr>
          <a:xfrm rot="9194259">
            <a:off x="-821300" y="166653"/>
            <a:ext cx="1749085" cy="106867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7" name="Google Shape;97;p9"/>
          <p:cNvSpPr/>
          <p:nvPr/>
        </p:nvSpPr>
        <p:spPr>
          <a:xfrm>
            <a:off x="7955007" y="4562601"/>
            <a:ext cx="1748875" cy="106854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8" name="Google Shape;98;p9"/>
          <p:cNvSpPr/>
          <p:nvPr/>
        </p:nvSpPr>
        <p:spPr>
          <a:xfrm rot="-3536633">
            <a:off x="8337458" y="2223975"/>
            <a:ext cx="1749127" cy="106869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99" name="Google Shape;99;p9"/>
          <p:cNvGrpSpPr/>
          <p:nvPr/>
        </p:nvGrpSpPr>
        <p:grpSpPr>
          <a:xfrm rot="-378169">
            <a:off x="-87121" y="-1214070"/>
            <a:ext cx="9470435" cy="13231336"/>
            <a:chOff x="6260625" y="2712350"/>
            <a:chExt cx="1146175" cy="1601325"/>
          </a:xfrm>
        </p:grpSpPr>
        <p:sp>
          <p:nvSpPr>
            <p:cNvPr id="100" name="Google Shape;100;p9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1" name="Google Shape;101;p9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02" name="Google Shape;102;p9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03" name="Google Shape;103;p9"/>
          <p:cNvSpPr/>
          <p:nvPr/>
        </p:nvSpPr>
        <p:spPr>
          <a:xfrm rot="-8843714">
            <a:off x="1265283" y="-668707"/>
            <a:ext cx="1749242" cy="106876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4" name="Google Shape;104;p9"/>
          <p:cNvSpPr/>
          <p:nvPr/>
        </p:nvSpPr>
        <p:spPr>
          <a:xfrm rot="1954942">
            <a:off x="58062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5" name="Google Shape;105;p9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1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06" name="Google Shape;106;p9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SECTION_HEADER_1">
    <p:bg>
      <p:bgPr>
        <a:solidFill>
          <a:schemeClr val="dk2"/>
        </a:solidFill>
        <a:effectLst/>
      </p:bgPr>
    </p:bg>
    <p:spTree>
      <p:nvGrpSpPr>
        <p:cNvPr id="1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Google Shape;160;p15"/>
          <p:cNvSpPr/>
          <p:nvPr/>
        </p:nvSpPr>
        <p:spPr>
          <a:xfrm rot="4500129">
            <a:off x="-649059" y="4144978"/>
            <a:ext cx="1749167" cy="106872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1" name="Google Shape;161;p15"/>
          <p:cNvSpPr/>
          <p:nvPr/>
        </p:nvSpPr>
        <p:spPr>
          <a:xfrm rot="-1249095">
            <a:off x="-364075" y="67598"/>
            <a:ext cx="1749027" cy="106863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2" name="Google Shape;162;p15"/>
          <p:cNvSpPr/>
          <p:nvPr/>
        </p:nvSpPr>
        <p:spPr>
          <a:xfrm rot="-1495489">
            <a:off x="7852382" y="4750776"/>
            <a:ext cx="1748931" cy="106857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3" name="Google Shape;163;p15"/>
          <p:cNvSpPr/>
          <p:nvPr/>
        </p:nvSpPr>
        <p:spPr>
          <a:xfrm rot="-3926649">
            <a:off x="8427123" y="1490058"/>
            <a:ext cx="1749134" cy="106870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64" name="Google Shape;164;p15"/>
          <p:cNvGrpSpPr/>
          <p:nvPr/>
        </p:nvGrpSpPr>
        <p:grpSpPr>
          <a:xfrm rot="-142207">
            <a:off x="-87233" y="-7684437"/>
            <a:ext cx="9470464" cy="13231378"/>
            <a:chOff x="6260625" y="2712350"/>
            <a:chExt cx="1146175" cy="1601325"/>
          </a:xfrm>
        </p:grpSpPr>
        <p:sp>
          <p:nvSpPr>
            <p:cNvPr id="165" name="Google Shape;165;p1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6" name="Google Shape;166;p1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7" name="Google Shape;167;p1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8" name="Google Shape;168;p15"/>
          <p:cNvSpPr/>
          <p:nvPr/>
        </p:nvSpPr>
        <p:spPr>
          <a:xfrm rot="-9271741">
            <a:off x="6641536" y="-654848"/>
            <a:ext cx="1749238" cy="106876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5"/>
          <p:cNvSpPr/>
          <p:nvPr/>
        </p:nvSpPr>
        <p:spPr>
          <a:xfrm rot="1954942">
            <a:off x="5183323" y="4725972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0" name="Google Shape;170;p15"/>
          <p:cNvSpPr txBox="1">
            <a:spLocks noGrp="1"/>
          </p:cNvSpPr>
          <p:nvPr>
            <p:ph type="title"/>
          </p:nvPr>
        </p:nvSpPr>
        <p:spPr>
          <a:xfrm rot="401543">
            <a:off x="4192767" y="2033924"/>
            <a:ext cx="3912862" cy="985322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5000" b="0">
                <a:solidFill>
                  <a:schemeClr val="accent6"/>
                </a:solidFill>
                <a:highlight>
                  <a:schemeClr val="dk1"/>
                </a:highlight>
                <a:latin typeface="Special Elite"/>
                <a:ea typeface="Special Elite"/>
                <a:cs typeface="Special Elite"/>
                <a:sym typeface="Special Elite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71" name="Google Shape;171;p15"/>
          <p:cNvSpPr txBox="1">
            <a:spLocks noGrp="1"/>
          </p:cNvSpPr>
          <p:nvPr>
            <p:ph type="title" idx="2" hasCustomPrompt="1"/>
          </p:nvPr>
        </p:nvSpPr>
        <p:spPr>
          <a:xfrm rot="403209">
            <a:off x="5670273" y="1259281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>
            <a:r>
              <a:t>xx%</a:t>
            </a:r>
          </a:p>
        </p:txBody>
      </p:sp>
      <p:sp>
        <p:nvSpPr>
          <p:cNvPr id="172" name="Google Shape;172;p15"/>
          <p:cNvSpPr txBox="1">
            <a:spLocks noGrp="1"/>
          </p:cNvSpPr>
          <p:nvPr>
            <p:ph type="subTitle" idx="1"/>
          </p:nvPr>
        </p:nvSpPr>
        <p:spPr>
          <a:xfrm rot="403335">
            <a:off x="4612715" y="3175705"/>
            <a:ext cx="2831969" cy="744337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4">
  <p:cSld name="CUSTOM_1_1_1_1">
    <p:bg>
      <p:bgPr>
        <a:solidFill>
          <a:schemeClr val="dk2"/>
        </a:solid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23"/>
          <p:cNvSpPr/>
          <p:nvPr/>
        </p:nvSpPr>
        <p:spPr>
          <a:xfrm rot="3768282" flipH="1">
            <a:off x="-931716" y="1741180"/>
            <a:ext cx="1749337" cy="10688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59" name="Google Shape;259;p23"/>
          <p:cNvSpPr/>
          <p:nvPr/>
        </p:nvSpPr>
        <p:spPr>
          <a:xfrm rot="6409989" flipH="1">
            <a:off x="7764090" y="4068206"/>
            <a:ext cx="1749137" cy="106870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23"/>
          <p:cNvSpPr/>
          <p:nvPr/>
        </p:nvSpPr>
        <p:spPr>
          <a:xfrm rot="-8265081" flipH="1">
            <a:off x="8314617" y="1588466"/>
            <a:ext cx="1749442" cy="10688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1" name="Google Shape;261;p23"/>
          <p:cNvSpPr/>
          <p:nvPr/>
        </p:nvSpPr>
        <p:spPr>
          <a:xfrm rot="6223746" flipH="1">
            <a:off x="-393038" y="-373249"/>
            <a:ext cx="1748818" cy="106850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62" name="Google Shape;262;p23"/>
          <p:cNvGrpSpPr/>
          <p:nvPr/>
        </p:nvGrpSpPr>
        <p:grpSpPr>
          <a:xfrm rot="120893">
            <a:off x="111404" y="-7238609"/>
            <a:ext cx="9470166" cy="13230961"/>
            <a:chOff x="6260625" y="2712350"/>
            <a:chExt cx="1146175" cy="1601325"/>
          </a:xfrm>
        </p:grpSpPr>
        <p:sp>
          <p:nvSpPr>
            <p:cNvPr id="263" name="Google Shape;263;p2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4" name="Google Shape;264;p2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65" name="Google Shape;265;p2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66" name="Google Shape;266;p23"/>
          <p:cNvSpPr/>
          <p:nvPr/>
        </p:nvSpPr>
        <p:spPr>
          <a:xfrm rot="-1800044" flipH="1">
            <a:off x="5811361" y="4682406"/>
            <a:ext cx="1749012" cy="106862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7" name="Google Shape;267;p23"/>
          <p:cNvSpPr txBox="1">
            <a:spLocks noGrp="1"/>
          </p:cNvSpPr>
          <p:nvPr>
            <p:ph type="subTitle" idx="1"/>
          </p:nvPr>
        </p:nvSpPr>
        <p:spPr>
          <a:xfrm>
            <a:off x="5292700" y="1800150"/>
            <a:ext cx="2907600" cy="1238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8" name="Google Shape;268;p23"/>
          <p:cNvSpPr txBox="1">
            <a:spLocks noGrp="1"/>
          </p:cNvSpPr>
          <p:nvPr>
            <p:ph type="title"/>
          </p:nvPr>
        </p:nvSpPr>
        <p:spPr>
          <a:xfrm>
            <a:off x="1236800" y="445025"/>
            <a:ext cx="6670500" cy="1021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">
  <p:cSld name="BLANK_1_1_1_1_1_1">
    <p:bg>
      <p:bgPr>
        <a:solidFill>
          <a:schemeClr val="dk2"/>
        </a:solidFill>
        <a:effectLst/>
      </p:bgPr>
    </p:bg>
    <p:spTree>
      <p:nvGrpSpPr>
        <p:cNvPr id="1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33"/>
          <p:cNvSpPr/>
          <p:nvPr/>
        </p:nvSpPr>
        <p:spPr>
          <a:xfrm rot="8996590">
            <a:off x="-745209" y="14290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0" name="Google Shape;430;p33"/>
          <p:cNvSpPr/>
          <p:nvPr/>
        </p:nvSpPr>
        <p:spPr>
          <a:xfrm rot="4388496">
            <a:off x="7873446" y="3631720"/>
            <a:ext cx="1749005" cy="106862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1" name="Google Shape;431;p33"/>
          <p:cNvSpPr/>
          <p:nvPr/>
        </p:nvSpPr>
        <p:spPr>
          <a:xfrm rot="-5790320">
            <a:off x="8184332" y="-444059"/>
            <a:ext cx="1749118" cy="106869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32" name="Google Shape;432;p33"/>
          <p:cNvGrpSpPr/>
          <p:nvPr/>
        </p:nvGrpSpPr>
        <p:grpSpPr>
          <a:xfrm rot="-458563">
            <a:off x="-426488" y="-7796978"/>
            <a:ext cx="9470500" cy="13231427"/>
            <a:chOff x="6260625" y="2712350"/>
            <a:chExt cx="1146175" cy="1601325"/>
          </a:xfrm>
        </p:grpSpPr>
        <p:sp>
          <p:nvSpPr>
            <p:cNvPr id="433" name="Google Shape;433;p33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4" name="Google Shape;434;p33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5" name="Google Shape;435;p33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6" name="Google Shape;436;p33"/>
          <p:cNvSpPr/>
          <p:nvPr/>
        </p:nvSpPr>
        <p:spPr>
          <a:xfrm rot="-8803004">
            <a:off x="4354940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7" name="Google Shape;437;p33"/>
          <p:cNvSpPr/>
          <p:nvPr/>
        </p:nvSpPr>
        <p:spPr>
          <a:xfrm rot="-1954942" flipH="1">
            <a:off x="5501823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8" name="Google Shape;438;p33"/>
          <p:cNvSpPr txBox="1">
            <a:spLocks noGrp="1"/>
          </p:cNvSpPr>
          <p:nvPr>
            <p:ph type="title" hasCustomPrompt="1"/>
          </p:nvPr>
        </p:nvSpPr>
        <p:spPr>
          <a:xfrm>
            <a:off x="1819150" y="575600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39" name="Google Shape;439;p33"/>
          <p:cNvSpPr txBox="1">
            <a:spLocks noGrp="1"/>
          </p:cNvSpPr>
          <p:nvPr>
            <p:ph type="subTitle" idx="1"/>
          </p:nvPr>
        </p:nvSpPr>
        <p:spPr>
          <a:xfrm>
            <a:off x="1819150" y="1357827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0" name="Google Shape;440;p33"/>
          <p:cNvSpPr txBox="1">
            <a:spLocks noGrp="1"/>
          </p:cNvSpPr>
          <p:nvPr>
            <p:ph type="title" idx="2" hasCustomPrompt="1"/>
          </p:nvPr>
        </p:nvSpPr>
        <p:spPr>
          <a:xfrm>
            <a:off x="1819150" y="1955542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1" name="Google Shape;441;p33"/>
          <p:cNvSpPr txBox="1">
            <a:spLocks noGrp="1"/>
          </p:cNvSpPr>
          <p:nvPr>
            <p:ph type="subTitle" idx="3"/>
          </p:nvPr>
        </p:nvSpPr>
        <p:spPr>
          <a:xfrm>
            <a:off x="1819150" y="273776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2" name="Google Shape;442;p33"/>
          <p:cNvSpPr txBox="1">
            <a:spLocks noGrp="1"/>
          </p:cNvSpPr>
          <p:nvPr>
            <p:ph type="title" idx="4" hasCustomPrompt="1"/>
          </p:nvPr>
        </p:nvSpPr>
        <p:spPr>
          <a:xfrm>
            <a:off x="1819150" y="3340471"/>
            <a:ext cx="5505600" cy="828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6200"/>
              <a:buNone/>
              <a:defRPr sz="6200"/>
            </a:lvl9pPr>
          </a:lstStyle>
          <a:p>
            <a:r>
              <a:t>xx%</a:t>
            </a:r>
          </a:p>
        </p:txBody>
      </p:sp>
      <p:sp>
        <p:nvSpPr>
          <p:cNvPr id="443" name="Google Shape;443;p33"/>
          <p:cNvSpPr txBox="1">
            <a:spLocks noGrp="1"/>
          </p:cNvSpPr>
          <p:nvPr>
            <p:ph type="subTitle" idx="5"/>
          </p:nvPr>
        </p:nvSpPr>
        <p:spPr>
          <a:xfrm>
            <a:off x="1819150" y="4122699"/>
            <a:ext cx="5505600" cy="445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BLANK_1_1_1_1_1_1_2">
    <p:bg>
      <p:bgPr>
        <a:solidFill>
          <a:schemeClr val="dk2"/>
        </a:solidFill>
        <a:effectLst/>
      </p:bgPr>
    </p:bg>
    <p:spTree>
      <p:nvGrpSpPr>
        <p:cNvPr id="1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35"/>
          <p:cNvSpPr/>
          <p:nvPr/>
        </p:nvSpPr>
        <p:spPr>
          <a:xfrm rot="-3448116">
            <a:off x="8295066" y="1542438"/>
            <a:ext cx="1748849" cy="10685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6" name="Google Shape;466;p35"/>
          <p:cNvSpPr/>
          <p:nvPr/>
        </p:nvSpPr>
        <p:spPr>
          <a:xfrm>
            <a:off x="-357075" y="-22470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7" name="Google Shape;467;p35"/>
          <p:cNvSpPr/>
          <p:nvPr/>
        </p:nvSpPr>
        <p:spPr>
          <a:xfrm rot="-7133060">
            <a:off x="-509593" y="2598405"/>
            <a:ext cx="1749256" cy="106877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8" name="Google Shape;468;p35"/>
          <p:cNvSpPr/>
          <p:nvPr/>
        </p:nvSpPr>
        <p:spPr>
          <a:xfrm rot="-323959">
            <a:off x="8232091" y="4453206"/>
            <a:ext cx="1749115" cy="106869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69" name="Google Shape;469;p35"/>
          <p:cNvSpPr/>
          <p:nvPr/>
        </p:nvSpPr>
        <p:spPr>
          <a:xfrm rot="-8493134">
            <a:off x="7546111" y="-714458"/>
            <a:ext cx="1749329" cy="106882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70" name="Google Shape;470;p35"/>
          <p:cNvGrpSpPr/>
          <p:nvPr/>
        </p:nvGrpSpPr>
        <p:grpSpPr>
          <a:xfrm rot="-400934">
            <a:off x="84239" y="-1490912"/>
            <a:ext cx="7753939" cy="10833054"/>
            <a:chOff x="6260625" y="2712350"/>
            <a:chExt cx="1146175" cy="1601325"/>
          </a:xfrm>
        </p:grpSpPr>
        <p:sp>
          <p:nvSpPr>
            <p:cNvPr id="471" name="Google Shape;471;p35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2" name="Google Shape;472;p35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3" name="Google Shape;473;p35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474" name="Google Shape;474;p35"/>
          <p:cNvGrpSpPr/>
          <p:nvPr/>
        </p:nvGrpSpPr>
        <p:grpSpPr>
          <a:xfrm rot="460823">
            <a:off x="639485" y="-711"/>
            <a:ext cx="8571368" cy="12073428"/>
            <a:chOff x="6949425" y="870600"/>
            <a:chExt cx="1155475" cy="1627575"/>
          </a:xfrm>
        </p:grpSpPr>
        <p:sp>
          <p:nvSpPr>
            <p:cNvPr id="475" name="Google Shape;475;p35"/>
            <p:cNvSpPr/>
            <p:nvPr/>
          </p:nvSpPr>
          <p:spPr>
            <a:xfrm>
              <a:off x="6949425" y="870600"/>
              <a:ext cx="1155475" cy="1627575"/>
            </a:xfrm>
            <a:custGeom>
              <a:avLst/>
              <a:gdLst/>
              <a:ahLst/>
              <a:cxnLst/>
              <a:rect l="l" t="t" r="r" b="b"/>
              <a:pathLst>
                <a:path w="46219" h="65103" extrusionOk="0">
                  <a:moveTo>
                    <a:pt x="39569" y="0"/>
                  </a:moveTo>
                  <a:cubicBezTo>
                    <a:pt x="39523" y="0"/>
                    <a:pt x="39477" y="2"/>
                    <a:pt x="39431" y="5"/>
                  </a:cubicBezTo>
                  <a:lnTo>
                    <a:pt x="1787" y="3042"/>
                  </a:lnTo>
                  <a:cubicBezTo>
                    <a:pt x="760" y="3131"/>
                    <a:pt x="1" y="4024"/>
                    <a:pt x="75" y="5051"/>
                  </a:cubicBezTo>
                  <a:lnTo>
                    <a:pt x="4779" y="63385"/>
                  </a:lnTo>
                  <a:cubicBezTo>
                    <a:pt x="4864" y="64366"/>
                    <a:pt x="5682" y="65102"/>
                    <a:pt x="6636" y="65102"/>
                  </a:cubicBezTo>
                  <a:cubicBezTo>
                    <a:pt x="6682" y="65102"/>
                    <a:pt x="6727" y="65101"/>
                    <a:pt x="6773" y="65097"/>
                  </a:cubicBezTo>
                  <a:lnTo>
                    <a:pt x="44432" y="62061"/>
                  </a:lnTo>
                  <a:cubicBezTo>
                    <a:pt x="45459" y="61971"/>
                    <a:pt x="46218" y="61078"/>
                    <a:pt x="46129" y="60051"/>
                  </a:cubicBezTo>
                  <a:lnTo>
                    <a:pt x="41440" y="1717"/>
                  </a:lnTo>
                  <a:cubicBezTo>
                    <a:pt x="41355" y="737"/>
                    <a:pt x="40537" y="0"/>
                    <a:pt x="3956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5"/>
            <p:cNvSpPr/>
            <p:nvPr/>
          </p:nvSpPr>
          <p:spPr>
            <a:xfrm>
              <a:off x="7036875" y="942175"/>
              <a:ext cx="139950" cy="1552150"/>
            </a:xfrm>
            <a:custGeom>
              <a:avLst/>
              <a:gdLst/>
              <a:ahLst/>
              <a:cxnLst/>
              <a:rect l="l" t="t" r="r" b="b"/>
              <a:pathLst>
                <a:path w="5598" h="62086" extrusionOk="0">
                  <a:moveTo>
                    <a:pt x="596" y="0"/>
                  </a:moveTo>
                  <a:lnTo>
                    <a:pt x="1" y="45"/>
                  </a:lnTo>
                  <a:lnTo>
                    <a:pt x="5002" y="62085"/>
                  </a:lnTo>
                  <a:lnTo>
                    <a:pt x="5597" y="62041"/>
                  </a:lnTo>
                  <a:lnTo>
                    <a:pt x="596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77" name="Google Shape;477;p3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478" name="Google Shape;478;p35"/>
          <p:cNvSpPr txBox="1">
            <a:spLocks noGrp="1"/>
          </p:cNvSpPr>
          <p:nvPr>
            <p:ph type="subTitle" idx="1"/>
          </p:nvPr>
        </p:nvSpPr>
        <p:spPr>
          <a:xfrm rot="209466">
            <a:off x="3537381" y="1620421"/>
            <a:ext cx="3522537" cy="1413824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479" name="Google Shape;479;p35"/>
          <p:cNvSpPr txBox="1"/>
          <p:nvPr/>
        </p:nvSpPr>
        <p:spPr>
          <a:xfrm>
            <a:off x="2726825" y="3482857"/>
            <a:ext cx="4610400" cy="47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None/>
            </a:pP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CREDITS: This presentation template was created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, including icons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000" b="1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 </a:t>
            </a:r>
            <a:r>
              <a:rPr lang="en" sz="1000" dirty="0">
                <a:solidFill>
                  <a:schemeClr val="accent1"/>
                </a:solidFill>
                <a:latin typeface="Special Elite"/>
                <a:ea typeface="Special Elite"/>
                <a:cs typeface="Special Elite"/>
                <a:sym typeface="Special Elite"/>
              </a:rPr>
              <a:t>and infographics &amp; images by </a:t>
            </a:r>
            <a:r>
              <a:rPr lang="en" sz="1000" b="1" dirty="0">
                <a:solidFill>
                  <a:schemeClr val="accent1"/>
                </a:solidFill>
                <a:uFill>
                  <a:noFill/>
                </a:uFill>
                <a:latin typeface="Special Elite"/>
                <a:ea typeface="Special Elite"/>
                <a:cs typeface="Special Elite"/>
                <a:sym typeface="Special Elite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endParaRPr sz="1000" b="1" dirty="0">
              <a:solidFill>
                <a:schemeClr val="accent1"/>
              </a:solidFill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BLANK_1_1_1_1_1_1_1">
    <p:bg>
      <p:bgPr>
        <a:solidFill>
          <a:schemeClr val="dk2"/>
        </a:solidFill>
        <a:effectLst/>
      </p:bgPr>
    </p:bg>
    <p:spTree>
      <p:nvGrpSpPr>
        <p:cNvPr id="1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p36"/>
          <p:cNvSpPr/>
          <p:nvPr/>
        </p:nvSpPr>
        <p:spPr>
          <a:xfrm rot="8996590">
            <a:off x="-1067434" y="-60085"/>
            <a:ext cx="1749194" cy="106873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2" name="Google Shape;482;p36"/>
          <p:cNvSpPr/>
          <p:nvPr/>
        </p:nvSpPr>
        <p:spPr>
          <a:xfrm rot="-1049239">
            <a:off x="7873446" y="4546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3" name="Google Shape;483;p36"/>
          <p:cNvSpPr/>
          <p:nvPr/>
        </p:nvSpPr>
        <p:spPr>
          <a:xfrm rot="-3705843">
            <a:off x="8331951" y="1340731"/>
            <a:ext cx="1749037" cy="106864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84" name="Google Shape;484;p36"/>
          <p:cNvGrpSpPr/>
          <p:nvPr/>
        </p:nvGrpSpPr>
        <p:grpSpPr>
          <a:xfrm rot="10273671">
            <a:off x="217120" y="-293383"/>
            <a:ext cx="9470444" cy="13231373"/>
            <a:chOff x="6260625" y="2712350"/>
            <a:chExt cx="1146175" cy="1601325"/>
          </a:xfrm>
        </p:grpSpPr>
        <p:sp>
          <p:nvSpPr>
            <p:cNvPr id="485" name="Google Shape;485;p36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6" name="Google Shape;486;p36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7" name="Google Shape;487;p36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8" name="Google Shape;488;p36"/>
          <p:cNvSpPr/>
          <p:nvPr/>
        </p:nvSpPr>
        <p:spPr>
          <a:xfrm rot="-8803004">
            <a:off x="5686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89" name="Google Shape;489;p36"/>
          <p:cNvSpPr/>
          <p:nvPr/>
        </p:nvSpPr>
        <p:spPr>
          <a:xfrm rot="-1954942" flipH="1">
            <a:off x="31965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BLANK_1_1_1_1_1_1_1_1_1">
    <p:bg>
      <p:bgPr>
        <a:solidFill>
          <a:schemeClr val="dk2"/>
        </a:solid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" name="Google Shape;491;p37"/>
          <p:cNvSpPr/>
          <p:nvPr/>
        </p:nvSpPr>
        <p:spPr>
          <a:xfrm rot="-8803004">
            <a:off x="4162615" y="-728091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2" name="Google Shape;492;p37"/>
          <p:cNvSpPr/>
          <p:nvPr/>
        </p:nvSpPr>
        <p:spPr>
          <a:xfrm rot="5665293">
            <a:off x="-789192" y="4062093"/>
            <a:ext cx="1749184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3" name="Google Shape;493;p37"/>
          <p:cNvSpPr/>
          <p:nvPr/>
        </p:nvSpPr>
        <p:spPr>
          <a:xfrm rot="-1049239">
            <a:off x="7873446" y="416512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4" name="Google Shape;494;p37"/>
          <p:cNvSpPr/>
          <p:nvPr/>
        </p:nvSpPr>
        <p:spPr>
          <a:xfrm rot="-5400000">
            <a:off x="8255749" y="-107080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95" name="Google Shape;495;p37"/>
          <p:cNvSpPr/>
          <p:nvPr/>
        </p:nvSpPr>
        <p:spPr>
          <a:xfrm rot="-1954942" flipH="1">
            <a:off x="4491948" y="475076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496" name="Google Shape;496;p37"/>
          <p:cNvGrpSpPr/>
          <p:nvPr/>
        </p:nvGrpSpPr>
        <p:grpSpPr>
          <a:xfrm rot="-393538">
            <a:off x="-522989" y="-7879675"/>
            <a:ext cx="9470363" cy="13231254"/>
            <a:chOff x="6260625" y="2712350"/>
            <a:chExt cx="1146175" cy="1601325"/>
          </a:xfrm>
        </p:grpSpPr>
        <p:sp>
          <p:nvSpPr>
            <p:cNvPr id="497" name="Google Shape;497;p3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8" name="Google Shape;498;p3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 only"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6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68" name="Google Shape;68;p6"/>
          <p:cNvSpPr/>
          <p:nvPr/>
        </p:nvSpPr>
        <p:spPr>
          <a:xfrm rot="-7129687">
            <a:off x="7946841" y="-111053"/>
            <a:ext cx="1749110" cy="1068686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9" name="Google Shape;69;p6"/>
          <p:cNvSpPr/>
          <p:nvPr/>
        </p:nvSpPr>
        <p:spPr>
          <a:xfrm rot="1652016">
            <a:off x="3144222" y="4661942"/>
            <a:ext cx="1749169" cy="106872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0" name="Google Shape;70;p6"/>
          <p:cNvSpPr/>
          <p:nvPr/>
        </p:nvSpPr>
        <p:spPr>
          <a:xfrm rot="-9750761">
            <a:off x="-43638" y="-474758"/>
            <a:ext cx="1749080" cy="10686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p6"/>
          <p:cNvSpPr/>
          <p:nvPr/>
        </p:nvSpPr>
        <p:spPr>
          <a:xfrm rot="10019859">
            <a:off x="7711913" y="4074159"/>
            <a:ext cx="1749120" cy="1068693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2" name="Google Shape;72;p6"/>
          <p:cNvSpPr/>
          <p:nvPr/>
        </p:nvSpPr>
        <p:spPr>
          <a:xfrm rot="7229292">
            <a:off x="-894848" y="2251427"/>
            <a:ext cx="1749185" cy="1068732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34144994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Title only 1">
    <p:bg>
      <p:bgPr>
        <a:solidFill>
          <a:schemeClr val="dk2"/>
        </a:solidFill>
        <a:effectLst/>
      </p:bgPr>
    </p:bg>
    <p:spTree>
      <p:nvGrpSpPr>
        <p:cNvPr id="1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17"/>
          <p:cNvSpPr/>
          <p:nvPr/>
        </p:nvSpPr>
        <p:spPr>
          <a:xfrm rot="-7461925" flipH="1">
            <a:off x="8408645" y="1233599"/>
            <a:ext cx="1749147" cy="106870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" name="Google Shape;189;p17"/>
          <p:cNvSpPr/>
          <p:nvPr/>
        </p:nvSpPr>
        <p:spPr>
          <a:xfrm rot="6122756">
            <a:off x="-792938" y="4234941"/>
            <a:ext cx="1749085" cy="106867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7"/>
          <p:cNvSpPr/>
          <p:nvPr/>
        </p:nvSpPr>
        <p:spPr>
          <a:xfrm rot="-2228693">
            <a:off x="8168268" y="3835041"/>
            <a:ext cx="1749245" cy="1068769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" name="Google Shape;191;p17"/>
          <p:cNvSpPr/>
          <p:nvPr/>
        </p:nvSpPr>
        <p:spPr>
          <a:xfrm rot="10097674">
            <a:off x="-466956" y="-11245"/>
            <a:ext cx="1749222" cy="1068755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192" name="Google Shape;192;p17"/>
          <p:cNvGrpSpPr/>
          <p:nvPr/>
        </p:nvGrpSpPr>
        <p:grpSpPr>
          <a:xfrm rot="-491913">
            <a:off x="-10878" y="-380844"/>
            <a:ext cx="9470554" cy="13231501"/>
            <a:chOff x="6260625" y="2712350"/>
            <a:chExt cx="1146175" cy="1601325"/>
          </a:xfrm>
        </p:grpSpPr>
        <p:sp>
          <p:nvSpPr>
            <p:cNvPr id="193" name="Google Shape;193;p17"/>
            <p:cNvSpPr/>
            <p:nvPr/>
          </p:nvSpPr>
          <p:spPr>
            <a:xfrm>
              <a:off x="6260625" y="2712350"/>
              <a:ext cx="1146175" cy="1601325"/>
            </a:xfrm>
            <a:custGeom>
              <a:avLst/>
              <a:gdLst/>
              <a:ahLst/>
              <a:cxnLst/>
              <a:rect l="l" t="t" r="r" b="b"/>
              <a:pathLst>
                <a:path w="45847" h="64053" extrusionOk="0">
                  <a:moveTo>
                    <a:pt x="4734" y="1"/>
                  </a:moveTo>
                  <a:lnTo>
                    <a:pt x="4362" y="2338"/>
                  </a:lnTo>
                  <a:lnTo>
                    <a:pt x="5895" y="2457"/>
                  </a:lnTo>
                  <a:cubicBezTo>
                    <a:pt x="5955" y="2132"/>
                    <a:pt x="6317" y="2060"/>
                    <a:pt x="6673" y="2060"/>
                  </a:cubicBezTo>
                  <a:cubicBezTo>
                    <a:pt x="6758" y="2060"/>
                    <a:pt x="6842" y="2064"/>
                    <a:pt x="6922" y="2070"/>
                  </a:cubicBezTo>
                  <a:cubicBezTo>
                    <a:pt x="7369" y="2100"/>
                    <a:pt x="7696" y="2487"/>
                    <a:pt x="7667" y="2933"/>
                  </a:cubicBezTo>
                  <a:cubicBezTo>
                    <a:pt x="7638" y="3362"/>
                    <a:pt x="7267" y="3694"/>
                    <a:pt x="6843" y="3694"/>
                  </a:cubicBezTo>
                  <a:cubicBezTo>
                    <a:pt x="6825" y="3694"/>
                    <a:pt x="6806" y="3694"/>
                    <a:pt x="6788" y="3692"/>
                  </a:cubicBezTo>
                  <a:cubicBezTo>
                    <a:pt x="6372" y="3663"/>
                    <a:pt x="5895" y="3037"/>
                    <a:pt x="5880" y="2621"/>
                  </a:cubicBezTo>
                  <a:lnTo>
                    <a:pt x="4005" y="2308"/>
                  </a:lnTo>
                  <a:lnTo>
                    <a:pt x="4005" y="2308"/>
                  </a:lnTo>
                  <a:lnTo>
                    <a:pt x="4392" y="5568"/>
                  </a:lnTo>
                  <a:lnTo>
                    <a:pt x="5985" y="6044"/>
                  </a:lnTo>
                  <a:cubicBezTo>
                    <a:pt x="6052" y="5681"/>
                    <a:pt x="6204" y="5549"/>
                    <a:pt x="6541" y="5549"/>
                  </a:cubicBezTo>
                  <a:cubicBezTo>
                    <a:pt x="6577" y="5549"/>
                    <a:pt x="6614" y="5550"/>
                    <a:pt x="6654" y="5553"/>
                  </a:cubicBezTo>
                  <a:cubicBezTo>
                    <a:pt x="7101" y="5583"/>
                    <a:pt x="7443" y="5985"/>
                    <a:pt x="7399" y="6431"/>
                  </a:cubicBezTo>
                  <a:cubicBezTo>
                    <a:pt x="7370" y="6845"/>
                    <a:pt x="7013" y="7177"/>
                    <a:pt x="6589" y="7177"/>
                  </a:cubicBezTo>
                  <a:cubicBezTo>
                    <a:pt x="6572" y="7177"/>
                    <a:pt x="6553" y="7177"/>
                    <a:pt x="6535" y="7175"/>
                  </a:cubicBezTo>
                  <a:cubicBezTo>
                    <a:pt x="6119" y="7146"/>
                    <a:pt x="6044" y="6699"/>
                    <a:pt x="6029" y="6282"/>
                  </a:cubicBezTo>
                  <a:lnTo>
                    <a:pt x="4258" y="6282"/>
                  </a:lnTo>
                  <a:lnTo>
                    <a:pt x="4258" y="9423"/>
                  </a:lnTo>
                  <a:lnTo>
                    <a:pt x="5538" y="9706"/>
                  </a:lnTo>
                  <a:cubicBezTo>
                    <a:pt x="5609" y="9323"/>
                    <a:pt x="5951" y="9034"/>
                    <a:pt x="6344" y="9034"/>
                  </a:cubicBezTo>
                  <a:cubicBezTo>
                    <a:pt x="6363" y="9034"/>
                    <a:pt x="6382" y="9035"/>
                    <a:pt x="6401" y="9036"/>
                  </a:cubicBezTo>
                  <a:cubicBezTo>
                    <a:pt x="6848" y="9081"/>
                    <a:pt x="7175" y="9468"/>
                    <a:pt x="7146" y="9914"/>
                  </a:cubicBezTo>
                  <a:cubicBezTo>
                    <a:pt x="7117" y="10342"/>
                    <a:pt x="6761" y="10660"/>
                    <a:pt x="6339" y="10660"/>
                  </a:cubicBezTo>
                  <a:cubicBezTo>
                    <a:pt x="6320" y="10660"/>
                    <a:pt x="6301" y="10660"/>
                    <a:pt x="6282" y="10658"/>
                  </a:cubicBezTo>
                  <a:cubicBezTo>
                    <a:pt x="5866" y="10629"/>
                    <a:pt x="5538" y="10286"/>
                    <a:pt x="5523" y="9870"/>
                  </a:cubicBezTo>
                  <a:lnTo>
                    <a:pt x="4005" y="9765"/>
                  </a:lnTo>
                  <a:lnTo>
                    <a:pt x="3767" y="13115"/>
                  </a:lnTo>
                  <a:lnTo>
                    <a:pt x="5374" y="13382"/>
                  </a:lnTo>
                  <a:cubicBezTo>
                    <a:pt x="5446" y="12998"/>
                    <a:pt x="5694" y="12531"/>
                    <a:pt x="6081" y="12531"/>
                  </a:cubicBezTo>
                  <a:cubicBezTo>
                    <a:pt x="6098" y="12531"/>
                    <a:pt x="6116" y="12532"/>
                    <a:pt x="6133" y="12534"/>
                  </a:cubicBezTo>
                  <a:cubicBezTo>
                    <a:pt x="6580" y="12564"/>
                    <a:pt x="6922" y="12951"/>
                    <a:pt x="6878" y="13397"/>
                  </a:cubicBezTo>
                  <a:cubicBezTo>
                    <a:pt x="6849" y="13825"/>
                    <a:pt x="6493" y="14143"/>
                    <a:pt x="6071" y="14143"/>
                  </a:cubicBezTo>
                  <a:cubicBezTo>
                    <a:pt x="6052" y="14143"/>
                    <a:pt x="6033" y="14143"/>
                    <a:pt x="6014" y="14142"/>
                  </a:cubicBezTo>
                  <a:cubicBezTo>
                    <a:pt x="5598" y="14112"/>
                    <a:pt x="5404" y="13933"/>
                    <a:pt x="5404" y="13516"/>
                  </a:cubicBezTo>
                  <a:lnTo>
                    <a:pt x="3439" y="13695"/>
                  </a:lnTo>
                  <a:lnTo>
                    <a:pt x="3573" y="15898"/>
                  </a:lnTo>
                  <a:lnTo>
                    <a:pt x="5106" y="16196"/>
                  </a:lnTo>
                  <a:cubicBezTo>
                    <a:pt x="5176" y="15818"/>
                    <a:pt x="5773" y="15598"/>
                    <a:pt x="6203" y="15598"/>
                  </a:cubicBezTo>
                  <a:cubicBezTo>
                    <a:pt x="6230" y="15598"/>
                    <a:pt x="6257" y="15599"/>
                    <a:pt x="6282" y="15600"/>
                  </a:cubicBezTo>
                  <a:cubicBezTo>
                    <a:pt x="6714" y="15645"/>
                    <a:pt x="6654" y="16434"/>
                    <a:pt x="6625" y="16880"/>
                  </a:cubicBezTo>
                  <a:cubicBezTo>
                    <a:pt x="6596" y="17308"/>
                    <a:pt x="6240" y="17627"/>
                    <a:pt x="5818" y="17627"/>
                  </a:cubicBezTo>
                  <a:cubicBezTo>
                    <a:pt x="5799" y="17627"/>
                    <a:pt x="5780" y="17626"/>
                    <a:pt x="5761" y="17625"/>
                  </a:cubicBezTo>
                  <a:cubicBezTo>
                    <a:pt x="5345" y="17595"/>
                    <a:pt x="5017" y="17253"/>
                    <a:pt x="5002" y="16851"/>
                  </a:cubicBezTo>
                  <a:lnTo>
                    <a:pt x="3558" y="16062"/>
                  </a:lnTo>
                  <a:lnTo>
                    <a:pt x="3514" y="20229"/>
                  </a:lnTo>
                  <a:lnTo>
                    <a:pt x="4764" y="20155"/>
                  </a:lnTo>
                  <a:cubicBezTo>
                    <a:pt x="4835" y="19773"/>
                    <a:pt x="5162" y="19498"/>
                    <a:pt x="5552" y="19498"/>
                  </a:cubicBezTo>
                  <a:cubicBezTo>
                    <a:pt x="5572" y="19498"/>
                    <a:pt x="5592" y="19499"/>
                    <a:pt x="5612" y="19500"/>
                  </a:cubicBezTo>
                  <a:cubicBezTo>
                    <a:pt x="6059" y="19530"/>
                    <a:pt x="6401" y="19917"/>
                    <a:pt x="6372" y="20363"/>
                  </a:cubicBezTo>
                  <a:cubicBezTo>
                    <a:pt x="6328" y="20794"/>
                    <a:pt x="6272" y="21184"/>
                    <a:pt x="5866" y="21184"/>
                  </a:cubicBezTo>
                  <a:cubicBezTo>
                    <a:pt x="5852" y="21184"/>
                    <a:pt x="5836" y="21183"/>
                    <a:pt x="5821" y="21182"/>
                  </a:cubicBezTo>
                  <a:cubicBezTo>
                    <a:pt x="5404" y="21152"/>
                    <a:pt x="5077" y="20810"/>
                    <a:pt x="5077" y="20393"/>
                  </a:cubicBezTo>
                  <a:lnTo>
                    <a:pt x="3543" y="20289"/>
                  </a:lnTo>
                  <a:lnTo>
                    <a:pt x="2978" y="23534"/>
                  </a:lnTo>
                  <a:lnTo>
                    <a:pt x="4496" y="23638"/>
                  </a:lnTo>
                  <a:cubicBezTo>
                    <a:pt x="4567" y="23256"/>
                    <a:pt x="4907" y="22981"/>
                    <a:pt x="5299" y="22981"/>
                  </a:cubicBezTo>
                  <a:cubicBezTo>
                    <a:pt x="5319" y="22981"/>
                    <a:pt x="5339" y="22982"/>
                    <a:pt x="5359" y="22983"/>
                  </a:cubicBezTo>
                  <a:cubicBezTo>
                    <a:pt x="5806" y="23013"/>
                    <a:pt x="6133" y="23400"/>
                    <a:pt x="6104" y="23847"/>
                  </a:cubicBezTo>
                  <a:cubicBezTo>
                    <a:pt x="6075" y="24275"/>
                    <a:pt x="5718" y="24607"/>
                    <a:pt x="5294" y="24607"/>
                  </a:cubicBezTo>
                  <a:cubicBezTo>
                    <a:pt x="5276" y="24607"/>
                    <a:pt x="5258" y="24607"/>
                    <a:pt x="5240" y="24606"/>
                  </a:cubicBezTo>
                  <a:cubicBezTo>
                    <a:pt x="4824" y="24561"/>
                    <a:pt x="4496" y="24219"/>
                    <a:pt x="4496" y="23817"/>
                  </a:cubicBezTo>
                  <a:lnTo>
                    <a:pt x="2963" y="23698"/>
                  </a:lnTo>
                  <a:lnTo>
                    <a:pt x="2710" y="27017"/>
                  </a:lnTo>
                  <a:lnTo>
                    <a:pt x="4347" y="26764"/>
                  </a:lnTo>
                  <a:cubicBezTo>
                    <a:pt x="4396" y="26499"/>
                    <a:pt x="4523" y="26441"/>
                    <a:pt x="4728" y="26441"/>
                  </a:cubicBezTo>
                  <a:cubicBezTo>
                    <a:pt x="4834" y="26441"/>
                    <a:pt x="4960" y="26456"/>
                    <a:pt x="5106" y="26466"/>
                  </a:cubicBezTo>
                  <a:cubicBezTo>
                    <a:pt x="5538" y="26496"/>
                    <a:pt x="5880" y="26883"/>
                    <a:pt x="5851" y="27330"/>
                  </a:cubicBezTo>
                  <a:cubicBezTo>
                    <a:pt x="5822" y="27758"/>
                    <a:pt x="5451" y="28091"/>
                    <a:pt x="5027" y="28091"/>
                  </a:cubicBezTo>
                  <a:cubicBezTo>
                    <a:pt x="5009" y="28091"/>
                    <a:pt x="4991" y="28090"/>
                    <a:pt x="4972" y="28089"/>
                  </a:cubicBezTo>
                  <a:cubicBezTo>
                    <a:pt x="4556" y="28059"/>
                    <a:pt x="4526" y="27627"/>
                    <a:pt x="4526" y="27225"/>
                  </a:cubicBezTo>
                  <a:lnTo>
                    <a:pt x="2710" y="27181"/>
                  </a:lnTo>
                  <a:lnTo>
                    <a:pt x="2710" y="27181"/>
                  </a:lnTo>
                  <a:lnTo>
                    <a:pt x="2814" y="30426"/>
                  </a:lnTo>
                  <a:lnTo>
                    <a:pt x="4184" y="30441"/>
                  </a:lnTo>
                  <a:cubicBezTo>
                    <a:pt x="4255" y="30057"/>
                    <a:pt x="4705" y="29769"/>
                    <a:pt x="5108" y="29769"/>
                  </a:cubicBezTo>
                  <a:cubicBezTo>
                    <a:pt x="5127" y="29769"/>
                    <a:pt x="5147" y="29769"/>
                    <a:pt x="5166" y="29771"/>
                  </a:cubicBezTo>
                  <a:cubicBezTo>
                    <a:pt x="5612" y="29815"/>
                    <a:pt x="5627" y="30381"/>
                    <a:pt x="5583" y="30828"/>
                  </a:cubicBezTo>
                  <a:cubicBezTo>
                    <a:pt x="5554" y="31255"/>
                    <a:pt x="5198" y="31574"/>
                    <a:pt x="4776" y="31574"/>
                  </a:cubicBezTo>
                  <a:cubicBezTo>
                    <a:pt x="4757" y="31574"/>
                    <a:pt x="4738" y="31573"/>
                    <a:pt x="4719" y="31572"/>
                  </a:cubicBezTo>
                  <a:cubicBezTo>
                    <a:pt x="4303" y="31542"/>
                    <a:pt x="4139" y="31259"/>
                    <a:pt x="4139" y="30857"/>
                  </a:cubicBezTo>
                  <a:lnTo>
                    <a:pt x="2442" y="30679"/>
                  </a:lnTo>
                  <a:lnTo>
                    <a:pt x="2382" y="34206"/>
                  </a:lnTo>
                  <a:lnTo>
                    <a:pt x="3916" y="34326"/>
                  </a:lnTo>
                  <a:cubicBezTo>
                    <a:pt x="3987" y="33942"/>
                    <a:pt x="4315" y="33654"/>
                    <a:pt x="4707" y="33654"/>
                  </a:cubicBezTo>
                  <a:cubicBezTo>
                    <a:pt x="4726" y="33654"/>
                    <a:pt x="4745" y="33654"/>
                    <a:pt x="4764" y="33656"/>
                  </a:cubicBezTo>
                  <a:cubicBezTo>
                    <a:pt x="5211" y="33685"/>
                    <a:pt x="5553" y="33656"/>
                    <a:pt x="5523" y="34102"/>
                  </a:cubicBezTo>
                  <a:cubicBezTo>
                    <a:pt x="5494" y="34540"/>
                    <a:pt x="5107" y="35279"/>
                    <a:pt x="4671" y="35279"/>
                  </a:cubicBezTo>
                  <a:cubicBezTo>
                    <a:pt x="4662" y="35279"/>
                    <a:pt x="4653" y="35279"/>
                    <a:pt x="4645" y="35278"/>
                  </a:cubicBezTo>
                  <a:cubicBezTo>
                    <a:pt x="4228" y="35234"/>
                    <a:pt x="4035" y="35070"/>
                    <a:pt x="4020" y="34668"/>
                  </a:cubicBezTo>
                  <a:lnTo>
                    <a:pt x="2502" y="34549"/>
                  </a:lnTo>
                  <a:lnTo>
                    <a:pt x="1936" y="37466"/>
                  </a:lnTo>
                  <a:lnTo>
                    <a:pt x="3469" y="37585"/>
                  </a:lnTo>
                  <a:cubicBezTo>
                    <a:pt x="3540" y="37203"/>
                    <a:pt x="3867" y="36928"/>
                    <a:pt x="4257" y="36928"/>
                  </a:cubicBezTo>
                  <a:cubicBezTo>
                    <a:pt x="4277" y="36928"/>
                    <a:pt x="4297" y="36929"/>
                    <a:pt x="4317" y="36930"/>
                  </a:cubicBezTo>
                  <a:cubicBezTo>
                    <a:pt x="4764" y="36960"/>
                    <a:pt x="5225" y="37020"/>
                    <a:pt x="5181" y="37466"/>
                  </a:cubicBezTo>
                  <a:cubicBezTo>
                    <a:pt x="5152" y="37903"/>
                    <a:pt x="4667" y="38539"/>
                    <a:pt x="4228" y="38539"/>
                  </a:cubicBezTo>
                  <a:cubicBezTo>
                    <a:pt x="4218" y="38539"/>
                    <a:pt x="4208" y="38539"/>
                    <a:pt x="4198" y="38538"/>
                  </a:cubicBezTo>
                  <a:cubicBezTo>
                    <a:pt x="3782" y="38508"/>
                    <a:pt x="3454" y="38359"/>
                    <a:pt x="3439" y="37943"/>
                  </a:cubicBezTo>
                  <a:lnTo>
                    <a:pt x="1921" y="37645"/>
                  </a:lnTo>
                  <a:lnTo>
                    <a:pt x="1683" y="40964"/>
                  </a:lnTo>
                  <a:lnTo>
                    <a:pt x="3261" y="40875"/>
                  </a:lnTo>
                  <a:cubicBezTo>
                    <a:pt x="3327" y="40519"/>
                    <a:pt x="3579" y="40408"/>
                    <a:pt x="3926" y="40408"/>
                  </a:cubicBezTo>
                  <a:cubicBezTo>
                    <a:pt x="3970" y="40408"/>
                    <a:pt x="4017" y="40410"/>
                    <a:pt x="4064" y="40413"/>
                  </a:cubicBezTo>
                  <a:cubicBezTo>
                    <a:pt x="4511" y="40443"/>
                    <a:pt x="4838" y="40830"/>
                    <a:pt x="4809" y="41277"/>
                  </a:cubicBezTo>
                  <a:cubicBezTo>
                    <a:pt x="4780" y="41704"/>
                    <a:pt x="4424" y="42023"/>
                    <a:pt x="4002" y="42023"/>
                  </a:cubicBezTo>
                  <a:cubicBezTo>
                    <a:pt x="3983" y="42023"/>
                    <a:pt x="3964" y="42022"/>
                    <a:pt x="3945" y="42021"/>
                  </a:cubicBezTo>
                  <a:cubicBezTo>
                    <a:pt x="3529" y="41991"/>
                    <a:pt x="3201" y="41649"/>
                    <a:pt x="3186" y="41247"/>
                  </a:cubicBezTo>
                  <a:lnTo>
                    <a:pt x="1668" y="41128"/>
                  </a:lnTo>
                  <a:lnTo>
                    <a:pt x="1415" y="44447"/>
                  </a:lnTo>
                  <a:lnTo>
                    <a:pt x="1415" y="44447"/>
                  </a:lnTo>
                  <a:lnTo>
                    <a:pt x="2889" y="44298"/>
                  </a:lnTo>
                  <a:cubicBezTo>
                    <a:pt x="2950" y="43966"/>
                    <a:pt x="3246" y="43888"/>
                    <a:pt x="3583" y="43888"/>
                  </a:cubicBezTo>
                  <a:cubicBezTo>
                    <a:pt x="3653" y="43888"/>
                    <a:pt x="3725" y="43891"/>
                    <a:pt x="3797" y="43897"/>
                  </a:cubicBezTo>
                  <a:cubicBezTo>
                    <a:pt x="4243" y="43926"/>
                    <a:pt x="4585" y="44313"/>
                    <a:pt x="4556" y="44760"/>
                  </a:cubicBezTo>
                  <a:cubicBezTo>
                    <a:pt x="4516" y="45156"/>
                    <a:pt x="4523" y="45271"/>
                    <a:pt x="4213" y="45271"/>
                  </a:cubicBezTo>
                  <a:cubicBezTo>
                    <a:pt x="4174" y="45271"/>
                    <a:pt x="4130" y="45269"/>
                    <a:pt x="4079" y="45266"/>
                  </a:cubicBezTo>
                  <a:cubicBezTo>
                    <a:pt x="3663" y="45236"/>
                    <a:pt x="2948" y="45132"/>
                    <a:pt x="2933" y="44730"/>
                  </a:cubicBezTo>
                  <a:lnTo>
                    <a:pt x="1400" y="44611"/>
                  </a:lnTo>
                  <a:lnTo>
                    <a:pt x="1564" y="47677"/>
                  </a:lnTo>
                  <a:lnTo>
                    <a:pt x="3082" y="47796"/>
                  </a:lnTo>
                  <a:cubicBezTo>
                    <a:pt x="3151" y="47421"/>
                    <a:pt x="3480" y="47137"/>
                    <a:pt x="3863" y="47137"/>
                  </a:cubicBezTo>
                  <a:cubicBezTo>
                    <a:pt x="3890" y="47137"/>
                    <a:pt x="3918" y="47138"/>
                    <a:pt x="3945" y="47141"/>
                  </a:cubicBezTo>
                  <a:cubicBezTo>
                    <a:pt x="4392" y="47171"/>
                    <a:pt x="4317" y="47796"/>
                    <a:pt x="4288" y="48243"/>
                  </a:cubicBezTo>
                  <a:cubicBezTo>
                    <a:pt x="4265" y="48588"/>
                    <a:pt x="4028" y="48658"/>
                    <a:pt x="3716" y="48658"/>
                  </a:cubicBezTo>
                  <a:cubicBezTo>
                    <a:pt x="3624" y="48658"/>
                    <a:pt x="3526" y="48652"/>
                    <a:pt x="3424" y="48645"/>
                  </a:cubicBezTo>
                  <a:cubicBezTo>
                    <a:pt x="3008" y="48615"/>
                    <a:pt x="3082" y="48377"/>
                    <a:pt x="3067" y="47975"/>
                  </a:cubicBezTo>
                  <a:lnTo>
                    <a:pt x="1549" y="47856"/>
                  </a:lnTo>
                  <a:lnTo>
                    <a:pt x="1162" y="51131"/>
                  </a:lnTo>
                  <a:lnTo>
                    <a:pt x="2427" y="51533"/>
                  </a:lnTo>
                  <a:cubicBezTo>
                    <a:pt x="2498" y="51149"/>
                    <a:pt x="2826" y="50861"/>
                    <a:pt x="3218" y="50861"/>
                  </a:cubicBezTo>
                  <a:cubicBezTo>
                    <a:pt x="3237" y="50861"/>
                    <a:pt x="3256" y="50861"/>
                    <a:pt x="3276" y="50863"/>
                  </a:cubicBezTo>
                  <a:cubicBezTo>
                    <a:pt x="3722" y="50892"/>
                    <a:pt x="4064" y="51294"/>
                    <a:pt x="4035" y="51726"/>
                  </a:cubicBezTo>
                  <a:cubicBezTo>
                    <a:pt x="3992" y="52154"/>
                    <a:pt x="3634" y="52487"/>
                    <a:pt x="3211" y="52487"/>
                  </a:cubicBezTo>
                  <a:cubicBezTo>
                    <a:pt x="3193" y="52487"/>
                    <a:pt x="3175" y="52486"/>
                    <a:pt x="3156" y="52485"/>
                  </a:cubicBezTo>
                  <a:cubicBezTo>
                    <a:pt x="2740" y="52455"/>
                    <a:pt x="2427" y="52113"/>
                    <a:pt x="2412" y="51696"/>
                  </a:cubicBezTo>
                  <a:lnTo>
                    <a:pt x="983" y="51399"/>
                  </a:lnTo>
                  <a:lnTo>
                    <a:pt x="641" y="54896"/>
                  </a:lnTo>
                  <a:lnTo>
                    <a:pt x="2159" y="55016"/>
                  </a:lnTo>
                  <a:cubicBezTo>
                    <a:pt x="2230" y="54632"/>
                    <a:pt x="2572" y="54344"/>
                    <a:pt x="2965" y="54344"/>
                  </a:cubicBezTo>
                  <a:cubicBezTo>
                    <a:pt x="2984" y="54344"/>
                    <a:pt x="3003" y="54344"/>
                    <a:pt x="3023" y="54346"/>
                  </a:cubicBezTo>
                  <a:cubicBezTo>
                    <a:pt x="3469" y="54390"/>
                    <a:pt x="4213" y="54569"/>
                    <a:pt x="4184" y="55016"/>
                  </a:cubicBezTo>
                  <a:cubicBezTo>
                    <a:pt x="4155" y="55451"/>
                    <a:pt x="3574" y="55999"/>
                    <a:pt x="3131" y="55999"/>
                  </a:cubicBezTo>
                  <a:cubicBezTo>
                    <a:pt x="3120" y="55999"/>
                    <a:pt x="3108" y="55999"/>
                    <a:pt x="3097" y="55998"/>
                  </a:cubicBezTo>
                  <a:cubicBezTo>
                    <a:pt x="2680" y="55953"/>
                    <a:pt x="2516" y="55745"/>
                    <a:pt x="2516" y="55343"/>
                  </a:cubicBezTo>
                  <a:lnTo>
                    <a:pt x="924" y="55417"/>
                  </a:lnTo>
                  <a:lnTo>
                    <a:pt x="492" y="56936"/>
                  </a:lnTo>
                  <a:lnTo>
                    <a:pt x="1995" y="58231"/>
                  </a:lnTo>
                  <a:cubicBezTo>
                    <a:pt x="2068" y="57840"/>
                    <a:pt x="2436" y="57322"/>
                    <a:pt x="2840" y="57322"/>
                  </a:cubicBezTo>
                  <a:cubicBezTo>
                    <a:pt x="2851" y="57322"/>
                    <a:pt x="2863" y="57322"/>
                    <a:pt x="2874" y="57323"/>
                  </a:cubicBezTo>
                  <a:cubicBezTo>
                    <a:pt x="3469" y="57367"/>
                    <a:pt x="3588" y="57963"/>
                    <a:pt x="3514" y="58707"/>
                  </a:cubicBezTo>
                  <a:cubicBezTo>
                    <a:pt x="3471" y="59135"/>
                    <a:pt x="3128" y="59453"/>
                    <a:pt x="2707" y="59453"/>
                  </a:cubicBezTo>
                  <a:cubicBezTo>
                    <a:pt x="2688" y="59453"/>
                    <a:pt x="2669" y="59453"/>
                    <a:pt x="2650" y="59451"/>
                  </a:cubicBezTo>
                  <a:cubicBezTo>
                    <a:pt x="2234" y="59422"/>
                    <a:pt x="1876" y="59228"/>
                    <a:pt x="1861" y="58811"/>
                  </a:cubicBezTo>
                  <a:lnTo>
                    <a:pt x="447" y="58216"/>
                  </a:lnTo>
                  <a:lnTo>
                    <a:pt x="1" y="60344"/>
                  </a:lnTo>
                  <a:lnTo>
                    <a:pt x="39163" y="64036"/>
                  </a:lnTo>
                  <a:lnTo>
                    <a:pt x="39431" y="64051"/>
                  </a:lnTo>
                  <a:cubicBezTo>
                    <a:pt x="39459" y="64052"/>
                    <a:pt x="39487" y="64052"/>
                    <a:pt x="39515" y="64052"/>
                  </a:cubicBezTo>
                  <a:cubicBezTo>
                    <a:pt x="40579" y="64052"/>
                    <a:pt x="41457" y="63234"/>
                    <a:pt x="41544" y="62175"/>
                  </a:cubicBezTo>
                  <a:lnTo>
                    <a:pt x="41544" y="62116"/>
                  </a:lnTo>
                  <a:lnTo>
                    <a:pt x="45787" y="5077"/>
                  </a:lnTo>
                  <a:lnTo>
                    <a:pt x="45787" y="5062"/>
                  </a:lnTo>
                  <a:cubicBezTo>
                    <a:pt x="45846" y="3960"/>
                    <a:pt x="45027" y="3023"/>
                    <a:pt x="43926" y="2918"/>
                  </a:cubicBezTo>
                  <a:lnTo>
                    <a:pt x="43852" y="2918"/>
                  </a:lnTo>
                  <a:lnTo>
                    <a:pt x="4734" y="1"/>
                  </a:lnTo>
                  <a:close/>
                </a:path>
              </a:pathLst>
            </a:custGeom>
            <a:solidFill>
              <a:srgbClr val="F7EFD3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4;p17"/>
            <p:cNvSpPr/>
            <p:nvPr/>
          </p:nvSpPr>
          <p:spPr>
            <a:xfrm>
              <a:off x="6378975" y="27209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0" y="0"/>
                  </a:moveTo>
                  <a:lnTo>
                    <a:pt x="0" y="60418"/>
                  </a:lnTo>
                  <a:lnTo>
                    <a:pt x="164" y="60433"/>
                  </a:lnTo>
                  <a:lnTo>
                    <a:pt x="4674" y="15"/>
                  </a:lnTo>
                  <a:lnTo>
                    <a:pt x="4510" y="0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195;p17"/>
            <p:cNvSpPr/>
            <p:nvPr/>
          </p:nvSpPr>
          <p:spPr>
            <a:xfrm>
              <a:off x="6393850" y="2722025"/>
              <a:ext cx="116875" cy="1510850"/>
            </a:xfrm>
            <a:custGeom>
              <a:avLst/>
              <a:gdLst/>
              <a:ahLst/>
              <a:cxnLst/>
              <a:rect l="l" t="t" r="r" b="b"/>
              <a:pathLst>
                <a:path w="4675" h="60434" extrusionOk="0">
                  <a:moveTo>
                    <a:pt x="4511" y="1"/>
                  </a:moveTo>
                  <a:lnTo>
                    <a:pt x="1" y="60419"/>
                  </a:lnTo>
                  <a:lnTo>
                    <a:pt x="164" y="60434"/>
                  </a:lnTo>
                  <a:lnTo>
                    <a:pt x="4674" y="16"/>
                  </a:lnTo>
                  <a:lnTo>
                    <a:pt x="4511" y="1"/>
                  </a:lnTo>
                  <a:close/>
                </a:path>
              </a:pathLst>
            </a:custGeom>
            <a:solidFill>
              <a:srgbClr val="EF796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96" name="Google Shape;196;p17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197" name="Google Shape;197;p17"/>
          <p:cNvSpPr/>
          <p:nvPr/>
        </p:nvSpPr>
        <p:spPr>
          <a:xfrm rot="-1996996" flipH="1">
            <a:off x="2524617" y="4878143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89794182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six columns">
  <p:cSld name="Title and six columns">
    <p:bg>
      <p:bgPr>
        <a:solidFill>
          <a:schemeClr val="accent1"/>
        </a:solidFill>
        <a:effectLst/>
      </p:bgPr>
    </p:bg>
    <p:spTree>
      <p:nvGrpSpPr>
        <p:cNvPr id="1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31"/>
          <p:cNvSpPr/>
          <p:nvPr/>
        </p:nvSpPr>
        <p:spPr>
          <a:xfrm rot="-8803004">
            <a:off x="1311492" y="-596389"/>
            <a:ext cx="1749118" cy="1068691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6" name="Google Shape;386;p31"/>
          <p:cNvSpPr/>
          <p:nvPr/>
        </p:nvSpPr>
        <p:spPr>
          <a:xfrm rot="9243454">
            <a:off x="-592793" y="90497"/>
            <a:ext cx="1749178" cy="106872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7" name="Google Shape;387;p31"/>
          <p:cNvSpPr/>
          <p:nvPr/>
        </p:nvSpPr>
        <p:spPr>
          <a:xfrm rot="4712302">
            <a:off x="-546090" y="4303606"/>
            <a:ext cx="1748947" cy="106858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8" name="Google Shape;388;p31"/>
          <p:cNvSpPr/>
          <p:nvPr/>
        </p:nvSpPr>
        <p:spPr>
          <a:xfrm rot="-2262248">
            <a:off x="8203522" y="4074196"/>
            <a:ext cx="1749095" cy="1068678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89" name="Google Shape;389;p31"/>
          <p:cNvSpPr txBox="1">
            <a:spLocks noGrp="1"/>
          </p:cNvSpPr>
          <p:nvPr>
            <p:ph type="subTitle" idx="1"/>
          </p:nvPr>
        </p:nvSpPr>
        <p:spPr>
          <a:xfrm>
            <a:off x="3446700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0" name="Google Shape;390;p31"/>
          <p:cNvSpPr txBox="1">
            <a:spLocks noGrp="1"/>
          </p:cNvSpPr>
          <p:nvPr>
            <p:ph type="subTitle" idx="2"/>
          </p:nvPr>
        </p:nvSpPr>
        <p:spPr>
          <a:xfrm>
            <a:off x="61733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1" name="Google Shape;391;p31"/>
          <p:cNvSpPr txBox="1">
            <a:spLocks noGrp="1"/>
          </p:cNvSpPr>
          <p:nvPr>
            <p:ph type="subTitle" idx="3"/>
          </p:nvPr>
        </p:nvSpPr>
        <p:spPr>
          <a:xfrm>
            <a:off x="3446700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2" name="Google Shape;392;p31"/>
          <p:cNvSpPr txBox="1">
            <a:spLocks noGrp="1"/>
          </p:cNvSpPr>
          <p:nvPr>
            <p:ph type="subTitle" idx="4"/>
          </p:nvPr>
        </p:nvSpPr>
        <p:spPr>
          <a:xfrm>
            <a:off x="61733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3" name="Google Shape;393;p31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4" name="Google Shape;394;p31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5" name="Google Shape;395;p31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6" name="Google Shape;396;p31"/>
          <p:cNvSpPr txBox="1">
            <a:spLocks noGrp="1"/>
          </p:cNvSpPr>
          <p:nvPr>
            <p:ph type="subTitle" idx="8"/>
          </p:nvPr>
        </p:nvSpPr>
        <p:spPr>
          <a:xfrm>
            <a:off x="6173375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397" name="Google Shape;397;p31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3500"/>
              <a:buNone/>
              <a:defRPr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>
            <a:endParaRPr/>
          </a:p>
        </p:txBody>
      </p:sp>
      <p:sp>
        <p:nvSpPr>
          <p:cNvPr id="398" name="Google Shape;398;p31"/>
          <p:cNvSpPr/>
          <p:nvPr/>
        </p:nvSpPr>
        <p:spPr>
          <a:xfrm rot="-1954942" flipH="1">
            <a:off x="5227098" y="4910210"/>
            <a:ext cx="1749012" cy="1068627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9" name="Google Shape;399;p31"/>
          <p:cNvSpPr/>
          <p:nvPr/>
        </p:nvSpPr>
        <p:spPr>
          <a:xfrm rot="-5400000">
            <a:off x="8051131" y="42307"/>
            <a:ext cx="1749050" cy="1068650"/>
          </a:xfrm>
          <a:custGeom>
            <a:avLst/>
            <a:gdLst/>
            <a:ahLst/>
            <a:cxnLst/>
            <a:rect l="l" t="t" r="r" b="b"/>
            <a:pathLst>
              <a:path w="69962" h="42746" extrusionOk="0">
                <a:moveTo>
                  <a:pt x="61953" y="1"/>
                </a:moveTo>
                <a:cubicBezTo>
                  <a:pt x="61839" y="1"/>
                  <a:pt x="61752" y="88"/>
                  <a:pt x="61743" y="201"/>
                </a:cubicBezTo>
                <a:cubicBezTo>
                  <a:pt x="61743" y="315"/>
                  <a:pt x="61831" y="410"/>
                  <a:pt x="61944" y="419"/>
                </a:cubicBezTo>
                <a:cubicBezTo>
                  <a:pt x="62493" y="437"/>
                  <a:pt x="63042" y="489"/>
                  <a:pt x="63574" y="567"/>
                </a:cubicBezTo>
                <a:lnTo>
                  <a:pt x="63600" y="567"/>
                </a:lnTo>
                <a:cubicBezTo>
                  <a:pt x="63704" y="567"/>
                  <a:pt x="63791" y="489"/>
                  <a:pt x="63809" y="384"/>
                </a:cubicBezTo>
                <a:cubicBezTo>
                  <a:pt x="63826" y="271"/>
                  <a:pt x="63748" y="166"/>
                  <a:pt x="63635" y="149"/>
                </a:cubicBezTo>
                <a:cubicBezTo>
                  <a:pt x="63086" y="71"/>
                  <a:pt x="62519" y="18"/>
                  <a:pt x="61961" y="1"/>
                </a:cubicBezTo>
                <a:close/>
                <a:moveTo>
                  <a:pt x="60295" y="35"/>
                </a:moveTo>
                <a:cubicBezTo>
                  <a:pt x="60290" y="35"/>
                  <a:pt x="60285" y="35"/>
                  <a:pt x="60279" y="36"/>
                </a:cubicBezTo>
                <a:cubicBezTo>
                  <a:pt x="59722" y="71"/>
                  <a:pt x="59164" y="149"/>
                  <a:pt x="58615" y="245"/>
                </a:cubicBezTo>
                <a:cubicBezTo>
                  <a:pt x="58502" y="262"/>
                  <a:pt x="58423" y="376"/>
                  <a:pt x="58449" y="489"/>
                </a:cubicBezTo>
                <a:cubicBezTo>
                  <a:pt x="58467" y="585"/>
                  <a:pt x="58554" y="654"/>
                  <a:pt x="58650" y="654"/>
                </a:cubicBezTo>
                <a:lnTo>
                  <a:pt x="58685" y="654"/>
                </a:lnTo>
                <a:cubicBezTo>
                  <a:pt x="59225" y="559"/>
                  <a:pt x="59765" y="489"/>
                  <a:pt x="60306" y="445"/>
                </a:cubicBezTo>
                <a:cubicBezTo>
                  <a:pt x="60428" y="437"/>
                  <a:pt x="60506" y="341"/>
                  <a:pt x="60506" y="227"/>
                </a:cubicBezTo>
                <a:cubicBezTo>
                  <a:pt x="60498" y="119"/>
                  <a:pt x="60402" y="35"/>
                  <a:pt x="60295" y="35"/>
                </a:cubicBezTo>
                <a:close/>
                <a:moveTo>
                  <a:pt x="65229" y="483"/>
                </a:moveTo>
                <a:cubicBezTo>
                  <a:pt x="65135" y="483"/>
                  <a:pt x="65051" y="541"/>
                  <a:pt x="65029" y="637"/>
                </a:cubicBezTo>
                <a:cubicBezTo>
                  <a:pt x="64994" y="750"/>
                  <a:pt x="65064" y="864"/>
                  <a:pt x="65177" y="890"/>
                </a:cubicBezTo>
                <a:cubicBezTo>
                  <a:pt x="65700" y="1029"/>
                  <a:pt x="66223" y="1195"/>
                  <a:pt x="66728" y="1395"/>
                </a:cubicBezTo>
                <a:cubicBezTo>
                  <a:pt x="66754" y="1404"/>
                  <a:pt x="66780" y="1404"/>
                  <a:pt x="66807" y="1404"/>
                </a:cubicBezTo>
                <a:cubicBezTo>
                  <a:pt x="66885" y="1404"/>
                  <a:pt x="66963" y="1360"/>
                  <a:pt x="66998" y="1273"/>
                </a:cubicBezTo>
                <a:cubicBezTo>
                  <a:pt x="67042" y="1169"/>
                  <a:pt x="66990" y="1047"/>
                  <a:pt x="66876" y="1003"/>
                </a:cubicBezTo>
                <a:cubicBezTo>
                  <a:pt x="66362" y="803"/>
                  <a:pt x="65822" y="628"/>
                  <a:pt x="65282" y="489"/>
                </a:cubicBezTo>
                <a:cubicBezTo>
                  <a:pt x="65264" y="485"/>
                  <a:pt x="65247" y="483"/>
                  <a:pt x="65229" y="483"/>
                </a:cubicBezTo>
                <a:close/>
                <a:moveTo>
                  <a:pt x="57036" y="628"/>
                </a:moveTo>
                <a:cubicBezTo>
                  <a:pt x="57017" y="628"/>
                  <a:pt x="56997" y="631"/>
                  <a:pt x="56977" y="637"/>
                </a:cubicBezTo>
                <a:cubicBezTo>
                  <a:pt x="56436" y="803"/>
                  <a:pt x="55905" y="994"/>
                  <a:pt x="55399" y="1221"/>
                </a:cubicBezTo>
                <a:cubicBezTo>
                  <a:pt x="55295" y="1264"/>
                  <a:pt x="55251" y="1386"/>
                  <a:pt x="55295" y="1491"/>
                </a:cubicBezTo>
                <a:cubicBezTo>
                  <a:pt x="55330" y="1569"/>
                  <a:pt x="55408" y="1613"/>
                  <a:pt x="55486" y="1613"/>
                </a:cubicBezTo>
                <a:cubicBezTo>
                  <a:pt x="55513" y="1613"/>
                  <a:pt x="55539" y="1613"/>
                  <a:pt x="55565" y="1596"/>
                </a:cubicBezTo>
                <a:cubicBezTo>
                  <a:pt x="56062" y="1386"/>
                  <a:pt x="56576" y="1195"/>
                  <a:pt x="57099" y="1038"/>
                </a:cubicBezTo>
                <a:cubicBezTo>
                  <a:pt x="57212" y="1003"/>
                  <a:pt x="57273" y="890"/>
                  <a:pt x="57238" y="776"/>
                </a:cubicBezTo>
                <a:cubicBezTo>
                  <a:pt x="57209" y="690"/>
                  <a:pt x="57128" y="628"/>
                  <a:pt x="57036" y="628"/>
                </a:cubicBezTo>
                <a:close/>
                <a:moveTo>
                  <a:pt x="68310" y="1685"/>
                </a:moveTo>
                <a:cubicBezTo>
                  <a:pt x="68236" y="1685"/>
                  <a:pt x="68165" y="1724"/>
                  <a:pt x="68123" y="1796"/>
                </a:cubicBezTo>
                <a:cubicBezTo>
                  <a:pt x="68070" y="1892"/>
                  <a:pt x="68114" y="2023"/>
                  <a:pt x="68210" y="2075"/>
                </a:cubicBezTo>
                <a:cubicBezTo>
                  <a:pt x="68689" y="2328"/>
                  <a:pt x="69160" y="2615"/>
                  <a:pt x="69604" y="2929"/>
                </a:cubicBezTo>
                <a:cubicBezTo>
                  <a:pt x="69639" y="2955"/>
                  <a:pt x="69682" y="2964"/>
                  <a:pt x="69726" y="2964"/>
                </a:cubicBezTo>
                <a:cubicBezTo>
                  <a:pt x="69787" y="2964"/>
                  <a:pt x="69848" y="2929"/>
                  <a:pt x="69892" y="2877"/>
                </a:cubicBezTo>
                <a:cubicBezTo>
                  <a:pt x="69961" y="2781"/>
                  <a:pt x="69935" y="2650"/>
                  <a:pt x="69839" y="2589"/>
                </a:cubicBezTo>
                <a:cubicBezTo>
                  <a:pt x="69386" y="2267"/>
                  <a:pt x="68898" y="1970"/>
                  <a:pt x="68410" y="1709"/>
                </a:cubicBezTo>
                <a:cubicBezTo>
                  <a:pt x="68378" y="1693"/>
                  <a:pt x="68344" y="1685"/>
                  <a:pt x="68310" y="1685"/>
                </a:cubicBezTo>
                <a:close/>
                <a:moveTo>
                  <a:pt x="54004" y="1953"/>
                </a:moveTo>
                <a:cubicBezTo>
                  <a:pt x="53968" y="1953"/>
                  <a:pt x="53932" y="1962"/>
                  <a:pt x="53900" y="1979"/>
                </a:cubicBezTo>
                <a:cubicBezTo>
                  <a:pt x="53412" y="2275"/>
                  <a:pt x="52951" y="2589"/>
                  <a:pt x="52515" y="2938"/>
                </a:cubicBezTo>
                <a:cubicBezTo>
                  <a:pt x="52419" y="3007"/>
                  <a:pt x="52410" y="3138"/>
                  <a:pt x="52480" y="3225"/>
                </a:cubicBezTo>
                <a:cubicBezTo>
                  <a:pt x="52515" y="3278"/>
                  <a:pt x="52576" y="3304"/>
                  <a:pt x="52637" y="3304"/>
                </a:cubicBezTo>
                <a:cubicBezTo>
                  <a:pt x="52689" y="3304"/>
                  <a:pt x="52733" y="3295"/>
                  <a:pt x="52768" y="3260"/>
                </a:cubicBezTo>
                <a:cubicBezTo>
                  <a:pt x="53186" y="2929"/>
                  <a:pt x="53639" y="2615"/>
                  <a:pt x="54110" y="2336"/>
                </a:cubicBezTo>
                <a:cubicBezTo>
                  <a:pt x="54214" y="2284"/>
                  <a:pt x="54240" y="2153"/>
                  <a:pt x="54188" y="2058"/>
                </a:cubicBezTo>
                <a:cubicBezTo>
                  <a:pt x="54147" y="1988"/>
                  <a:pt x="54076" y="1953"/>
                  <a:pt x="54004" y="1953"/>
                </a:cubicBezTo>
                <a:close/>
                <a:moveTo>
                  <a:pt x="51421" y="4007"/>
                </a:moveTo>
                <a:cubicBezTo>
                  <a:pt x="51366" y="4007"/>
                  <a:pt x="51310" y="4029"/>
                  <a:pt x="51269" y="4071"/>
                </a:cubicBezTo>
                <a:cubicBezTo>
                  <a:pt x="50876" y="4489"/>
                  <a:pt x="50519" y="4925"/>
                  <a:pt x="50205" y="5386"/>
                </a:cubicBezTo>
                <a:cubicBezTo>
                  <a:pt x="50136" y="5482"/>
                  <a:pt x="50162" y="5613"/>
                  <a:pt x="50258" y="5674"/>
                </a:cubicBezTo>
                <a:cubicBezTo>
                  <a:pt x="50293" y="5700"/>
                  <a:pt x="50336" y="5709"/>
                  <a:pt x="50380" y="5709"/>
                </a:cubicBezTo>
                <a:cubicBezTo>
                  <a:pt x="50441" y="5709"/>
                  <a:pt x="50510" y="5683"/>
                  <a:pt x="50545" y="5622"/>
                </a:cubicBezTo>
                <a:cubicBezTo>
                  <a:pt x="50850" y="5177"/>
                  <a:pt x="51190" y="4750"/>
                  <a:pt x="51565" y="4358"/>
                </a:cubicBezTo>
                <a:cubicBezTo>
                  <a:pt x="51643" y="4271"/>
                  <a:pt x="51643" y="4140"/>
                  <a:pt x="51556" y="4062"/>
                </a:cubicBezTo>
                <a:cubicBezTo>
                  <a:pt x="51519" y="4025"/>
                  <a:pt x="51470" y="4007"/>
                  <a:pt x="51421" y="4007"/>
                </a:cubicBezTo>
                <a:close/>
                <a:moveTo>
                  <a:pt x="49546" y="6732"/>
                </a:moveTo>
                <a:cubicBezTo>
                  <a:pt x="49470" y="6732"/>
                  <a:pt x="49397" y="6776"/>
                  <a:pt x="49360" y="6851"/>
                </a:cubicBezTo>
                <a:cubicBezTo>
                  <a:pt x="49116" y="7373"/>
                  <a:pt x="48846" y="7853"/>
                  <a:pt x="48576" y="8271"/>
                </a:cubicBezTo>
                <a:cubicBezTo>
                  <a:pt x="48515" y="8376"/>
                  <a:pt x="48541" y="8498"/>
                  <a:pt x="48637" y="8559"/>
                </a:cubicBezTo>
                <a:cubicBezTo>
                  <a:pt x="48672" y="8585"/>
                  <a:pt x="48715" y="8593"/>
                  <a:pt x="48750" y="8593"/>
                </a:cubicBezTo>
                <a:cubicBezTo>
                  <a:pt x="48820" y="8593"/>
                  <a:pt x="48890" y="8559"/>
                  <a:pt x="48924" y="8498"/>
                </a:cubicBezTo>
                <a:cubicBezTo>
                  <a:pt x="49203" y="8062"/>
                  <a:pt x="49482" y="7565"/>
                  <a:pt x="49735" y="7025"/>
                </a:cubicBezTo>
                <a:cubicBezTo>
                  <a:pt x="49787" y="6929"/>
                  <a:pt x="49744" y="6798"/>
                  <a:pt x="49639" y="6755"/>
                </a:cubicBezTo>
                <a:cubicBezTo>
                  <a:pt x="49609" y="6740"/>
                  <a:pt x="49577" y="6732"/>
                  <a:pt x="49546" y="6732"/>
                </a:cubicBezTo>
                <a:close/>
                <a:moveTo>
                  <a:pt x="47739" y="9486"/>
                </a:moveTo>
                <a:cubicBezTo>
                  <a:pt x="47685" y="9486"/>
                  <a:pt x="47631" y="9507"/>
                  <a:pt x="47591" y="9552"/>
                </a:cubicBezTo>
                <a:cubicBezTo>
                  <a:pt x="47208" y="9953"/>
                  <a:pt x="46807" y="10284"/>
                  <a:pt x="46362" y="10572"/>
                </a:cubicBezTo>
                <a:cubicBezTo>
                  <a:pt x="46266" y="10633"/>
                  <a:pt x="46232" y="10763"/>
                  <a:pt x="46293" y="10859"/>
                </a:cubicBezTo>
                <a:cubicBezTo>
                  <a:pt x="46336" y="10920"/>
                  <a:pt x="46406" y="10955"/>
                  <a:pt x="46467" y="10955"/>
                </a:cubicBezTo>
                <a:cubicBezTo>
                  <a:pt x="46510" y="10955"/>
                  <a:pt x="46545" y="10946"/>
                  <a:pt x="46580" y="10920"/>
                </a:cubicBezTo>
                <a:cubicBezTo>
                  <a:pt x="47059" y="10615"/>
                  <a:pt x="47487" y="10258"/>
                  <a:pt x="47887" y="9831"/>
                </a:cubicBezTo>
                <a:cubicBezTo>
                  <a:pt x="47966" y="9752"/>
                  <a:pt x="47966" y="9622"/>
                  <a:pt x="47879" y="9543"/>
                </a:cubicBezTo>
                <a:cubicBezTo>
                  <a:pt x="47840" y="9505"/>
                  <a:pt x="47790" y="9486"/>
                  <a:pt x="47739" y="9486"/>
                </a:cubicBezTo>
                <a:close/>
                <a:moveTo>
                  <a:pt x="44982" y="11258"/>
                </a:moveTo>
                <a:cubicBezTo>
                  <a:pt x="44960" y="11258"/>
                  <a:pt x="44937" y="11262"/>
                  <a:pt x="44916" y="11269"/>
                </a:cubicBezTo>
                <a:cubicBezTo>
                  <a:pt x="44445" y="11443"/>
                  <a:pt x="43931" y="11574"/>
                  <a:pt x="43347" y="11678"/>
                </a:cubicBezTo>
                <a:cubicBezTo>
                  <a:pt x="43234" y="11705"/>
                  <a:pt x="43164" y="11809"/>
                  <a:pt x="43182" y="11922"/>
                </a:cubicBezTo>
                <a:cubicBezTo>
                  <a:pt x="43199" y="12018"/>
                  <a:pt x="43286" y="12088"/>
                  <a:pt x="43382" y="12088"/>
                </a:cubicBezTo>
                <a:lnTo>
                  <a:pt x="43426" y="12088"/>
                </a:lnTo>
                <a:cubicBezTo>
                  <a:pt x="44027" y="11975"/>
                  <a:pt x="44558" y="11835"/>
                  <a:pt x="45055" y="11661"/>
                </a:cubicBezTo>
                <a:cubicBezTo>
                  <a:pt x="45160" y="11626"/>
                  <a:pt x="45221" y="11504"/>
                  <a:pt x="45186" y="11400"/>
                </a:cubicBezTo>
                <a:cubicBezTo>
                  <a:pt x="45151" y="11310"/>
                  <a:pt x="45067" y="11258"/>
                  <a:pt x="44982" y="11258"/>
                </a:cubicBezTo>
                <a:close/>
                <a:moveTo>
                  <a:pt x="41742" y="11887"/>
                </a:moveTo>
                <a:cubicBezTo>
                  <a:pt x="41737" y="11887"/>
                  <a:pt x="41731" y="11887"/>
                  <a:pt x="41726" y="11888"/>
                </a:cubicBezTo>
                <a:cubicBezTo>
                  <a:pt x="41247" y="11931"/>
                  <a:pt x="40707" y="11966"/>
                  <a:pt x="40079" y="11992"/>
                </a:cubicBezTo>
                <a:cubicBezTo>
                  <a:pt x="39966" y="12001"/>
                  <a:pt x="39879" y="12097"/>
                  <a:pt x="39879" y="12210"/>
                </a:cubicBezTo>
                <a:cubicBezTo>
                  <a:pt x="39887" y="12323"/>
                  <a:pt x="39983" y="12410"/>
                  <a:pt x="40088" y="12410"/>
                </a:cubicBezTo>
                <a:lnTo>
                  <a:pt x="40097" y="12410"/>
                </a:lnTo>
                <a:cubicBezTo>
                  <a:pt x="40733" y="12384"/>
                  <a:pt x="41282" y="12349"/>
                  <a:pt x="41761" y="12306"/>
                </a:cubicBezTo>
                <a:cubicBezTo>
                  <a:pt x="41874" y="12297"/>
                  <a:pt x="41961" y="12193"/>
                  <a:pt x="41953" y="12079"/>
                </a:cubicBezTo>
                <a:cubicBezTo>
                  <a:pt x="41944" y="11971"/>
                  <a:pt x="41849" y="11887"/>
                  <a:pt x="41742" y="11887"/>
                </a:cubicBezTo>
                <a:close/>
                <a:moveTo>
                  <a:pt x="38423" y="12053"/>
                </a:moveTo>
                <a:lnTo>
                  <a:pt x="37761" y="12071"/>
                </a:lnTo>
                <a:cubicBezTo>
                  <a:pt x="37439" y="12079"/>
                  <a:pt x="37107" y="12088"/>
                  <a:pt x="36768" y="12097"/>
                </a:cubicBezTo>
                <a:cubicBezTo>
                  <a:pt x="36654" y="12097"/>
                  <a:pt x="36567" y="12193"/>
                  <a:pt x="36567" y="12306"/>
                </a:cubicBezTo>
                <a:cubicBezTo>
                  <a:pt x="36567" y="12419"/>
                  <a:pt x="36663" y="12506"/>
                  <a:pt x="36776" y="12506"/>
                </a:cubicBezTo>
                <a:lnTo>
                  <a:pt x="36785" y="12506"/>
                </a:lnTo>
                <a:cubicBezTo>
                  <a:pt x="37116" y="12498"/>
                  <a:pt x="37447" y="12489"/>
                  <a:pt x="37779" y="12480"/>
                </a:cubicBezTo>
                <a:lnTo>
                  <a:pt x="38441" y="12463"/>
                </a:lnTo>
                <a:cubicBezTo>
                  <a:pt x="38554" y="12463"/>
                  <a:pt x="38641" y="12367"/>
                  <a:pt x="38641" y="12254"/>
                </a:cubicBezTo>
                <a:cubicBezTo>
                  <a:pt x="38641" y="12140"/>
                  <a:pt x="38545" y="12053"/>
                  <a:pt x="38432" y="12053"/>
                </a:cubicBezTo>
                <a:close/>
                <a:moveTo>
                  <a:pt x="35127" y="12148"/>
                </a:moveTo>
                <a:cubicBezTo>
                  <a:pt x="35122" y="12148"/>
                  <a:pt x="35117" y="12149"/>
                  <a:pt x="35112" y="12149"/>
                </a:cubicBezTo>
                <a:cubicBezTo>
                  <a:pt x="34528" y="12175"/>
                  <a:pt x="33988" y="12201"/>
                  <a:pt x="33447" y="12227"/>
                </a:cubicBezTo>
                <a:cubicBezTo>
                  <a:pt x="33334" y="12236"/>
                  <a:pt x="33247" y="12332"/>
                  <a:pt x="33256" y="12445"/>
                </a:cubicBezTo>
                <a:cubicBezTo>
                  <a:pt x="33264" y="12559"/>
                  <a:pt x="33352" y="12646"/>
                  <a:pt x="33465" y="12646"/>
                </a:cubicBezTo>
                <a:lnTo>
                  <a:pt x="33474" y="12646"/>
                </a:lnTo>
                <a:cubicBezTo>
                  <a:pt x="34005" y="12611"/>
                  <a:pt x="34545" y="12585"/>
                  <a:pt x="35129" y="12559"/>
                </a:cubicBezTo>
                <a:cubicBezTo>
                  <a:pt x="35243" y="12559"/>
                  <a:pt x="35330" y="12463"/>
                  <a:pt x="35330" y="12349"/>
                </a:cubicBezTo>
                <a:cubicBezTo>
                  <a:pt x="35321" y="12241"/>
                  <a:pt x="35241" y="12148"/>
                  <a:pt x="35127" y="12148"/>
                </a:cubicBezTo>
                <a:close/>
                <a:moveTo>
                  <a:pt x="31807" y="12340"/>
                </a:moveTo>
                <a:cubicBezTo>
                  <a:pt x="31802" y="12340"/>
                  <a:pt x="31797" y="12340"/>
                  <a:pt x="31792" y="12341"/>
                </a:cubicBezTo>
                <a:cubicBezTo>
                  <a:pt x="31234" y="12384"/>
                  <a:pt x="30676" y="12437"/>
                  <a:pt x="30136" y="12498"/>
                </a:cubicBezTo>
                <a:cubicBezTo>
                  <a:pt x="30023" y="12506"/>
                  <a:pt x="29944" y="12611"/>
                  <a:pt x="29953" y="12724"/>
                </a:cubicBezTo>
                <a:cubicBezTo>
                  <a:pt x="29962" y="12829"/>
                  <a:pt x="30049" y="12907"/>
                  <a:pt x="30162" y="12907"/>
                </a:cubicBezTo>
                <a:lnTo>
                  <a:pt x="30179" y="12907"/>
                </a:lnTo>
                <a:cubicBezTo>
                  <a:pt x="30720" y="12846"/>
                  <a:pt x="31277" y="12803"/>
                  <a:pt x="31826" y="12759"/>
                </a:cubicBezTo>
                <a:cubicBezTo>
                  <a:pt x="31940" y="12742"/>
                  <a:pt x="32027" y="12646"/>
                  <a:pt x="32018" y="12532"/>
                </a:cubicBezTo>
                <a:cubicBezTo>
                  <a:pt x="32010" y="12424"/>
                  <a:pt x="31914" y="12340"/>
                  <a:pt x="31807" y="12340"/>
                </a:cubicBezTo>
                <a:close/>
                <a:moveTo>
                  <a:pt x="28512" y="12687"/>
                </a:moveTo>
                <a:cubicBezTo>
                  <a:pt x="28501" y="12687"/>
                  <a:pt x="28491" y="12688"/>
                  <a:pt x="28480" y="12689"/>
                </a:cubicBezTo>
                <a:cubicBezTo>
                  <a:pt x="27914" y="12776"/>
                  <a:pt x="27365" y="12872"/>
                  <a:pt x="26842" y="12986"/>
                </a:cubicBezTo>
                <a:cubicBezTo>
                  <a:pt x="26728" y="13012"/>
                  <a:pt x="26659" y="13125"/>
                  <a:pt x="26676" y="13238"/>
                </a:cubicBezTo>
                <a:cubicBezTo>
                  <a:pt x="26702" y="13334"/>
                  <a:pt x="26789" y="13395"/>
                  <a:pt x="26885" y="13395"/>
                </a:cubicBezTo>
                <a:lnTo>
                  <a:pt x="26929" y="13395"/>
                </a:lnTo>
                <a:cubicBezTo>
                  <a:pt x="27443" y="13282"/>
                  <a:pt x="27983" y="13186"/>
                  <a:pt x="28541" y="13099"/>
                </a:cubicBezTo>
                <a:cubicBezTo>
                  <a:pt x="28654" y="13090"/>
                  <a:pt x="28733" y="12977"/>
                  <a:pt x="28715" y="12864"/>
                </a:cubicBezTo>
                <a:cubicBezTo>
                  <a:pt x="28700" y="12761"/>
                  <a:pt x="28612" y="12687"/>
                  <a:pt x="28512" y="12687"/>
                </a:cubicBezTo>
                <a:close/>
                <a:moveTo>
                  <a:pt x="25282" y="13403"/>
                </a:moveTo>
                <a:cubicBezTo>
                  <a:pt x="25262" y="13403"/>
                  <a:pt x="25241" y="13406"/>
                  <a:pt x="25221" y="13413"/>
                </a:cubicBezTo>
                <a:cubicBezTo>
                  <a:pt x="24672" y="13578"/>
                  <a:pt x="24140" y="13770"/>
                  <a:pt x="23644" y="13979"/>
                </a:cubicBezTo>
                <a:cubicBezTo>
                  <a:pt x="23539" y="14023"/>
                  <a:pt x="23487" y="14145"/>
                  <a:pt x="23530" y="14249"/>
                </a:cubicBezTo>
                <a:cubicBezTo>
                  <a:pt x="23565" y="14336"/>
                  <a:pt x="23644" y="14380"/>
                  <a:pt x="23722" y="14380"/>
                </a:cubicBezTo>
                <a:cubicBezTo>
                  <a:pt x="23748" y="14380"/>
                  <a:pt x="23774" y="14371"/>
                  <a:pt x="23800" y="14362"/>
                </a:cubicBezTo>
                <a:cubicBezTo>
                  <a:pt x="24288" y="14162"/>
                  <a:pt x="24803" y="13970"/>
                  <a:pt x="25343" y="13805"/>
                </a:cubicBezTo>
                <a:cubicBezTo>
                  <a:pt x="25447" y="13770"/>
                  <a:pt x="25508" y="13657"/>
                  <a:pt x="25474" y="13543"/>
                </a:cubicBezTo>
                <a:cubicBezTo>
                  <a:pt x="25452" y="13459"/>
                  <a:pt x="25369" y="13403"/>
                  <a:pt x="25282" y="13403"/>
                </a:cubicBezTo>
                <a:close/>
                <a:moveTo>
                  <a:pt x="22243" y="14702"/>
                </a:moveTo>
                <a:cubicBezTo>
                  <a:pt x="22208" y="14702"/>
                  <a:pt x="22171" y="14711"/>
                  <a:pt x="22136" y="14728"/>
                </a:cubicBezTo>
                <a:cubicBezTo>
                  <a:pt x="21648" y="15016"/>
                  <a:pt x="21177" y="15330"/>
                  <a:pt x="20742" y="15678"/>
                </a:cubicBezTo>
                <a:cubicBezTo>
                  <a:pt x="20654" y="15748"/>
                  <a:pt x="20637" y="15879"/>
                  <a:pt x="20707" y="15966"/>
                </a:cubicBezTo>
                <a:cubicBezTo>
                  <a:pt x="20750" y="16018"/>
                  <a:pt x="20811" y="16044"/>
                  <a:pt x="20872" y="16044"/>
                </a:cubicBezTo>
                <a:cubicBezTo>
                  <a:pt x="20916" y="16044"/>
                  <a:pt x="20959" y="16027"/>
                  <a:pt x="21003" y="16001"/>
                </a:cubicBezTo>
                <a:cubicBezTo>
                  <a:pt x="21421" y="15670"/>
                  <a:pt x="21866" y="15365"/>
                  <a:pt x="22345" y="15086"/>
                </a:cubicBezTo>
                <a:cubicBezTo>
                  <a:pt x="22441" y="15033"/>
                  <a:pt x="22476" y="14903"/>
                  <a:pt x="22423" y="14807"/>
                </a:cubicBezTo>
                <a:cubicBezTo>
                  <a:pt x="22383" y="14737"/>
                  <a:pt x="22315" y="14702"/>
                  <a:pt x="22243" y="14702"/>
                </a:cubicBezTo>
                <a:close/>
                <a:moveTo>
                  <a:pt x="19653" y="16753"/>
                </a:moveTo>
                <a:cubicBezTo>
                  <a:pt x="19598" y="16753"/>
                  <a:pt x="19544" y="16775"/>
                  <a:pt x="19504" y="16820"/>
                </a:cubicBezTo>
                <a:cubicBezTo>
                  <a:pt x="19129" y="17221"/>
                  <a:pt x="18772" y="17665"/>
                  <a:pt x="18458" y="18136"/>
                </a:cubicBezTo>
                <a:cubicBezTo>
                  <a:pt x="18389" y="18232"/>
                  <a:pt x="18415" y="18362"/>
                  <a:pt x="18511" y="18423"/>
                </a:cubicBezTo>
                <a:cubicBezTo>
                  <a:pt x="18546" y="18450"/>
                  <a:pt x="18589" y="18458"/>
                  <a:pt x="18624" y="18458"/>
                </a:cubicBezTo>
                <a:cubicBezTo>
                  <a:pt x="18694" y="18458"/>
                  <a:pt x="18755" y="18432"/>
                  <a:pt x="18798" y="18371"/>
                </a:cubicBezTo>
                <a:cubicBezTo>
                  <a:pt x="19103" y="17918"/>
                  <a:pt x="19443" y="17491"/>
                  <a:pt x="19809" y="17099"/>
                </a:cubicBezTo>
                <a:cubicBezTo>
                  <a:pt x="19888" y="17012"/>
                  <a:pt x="19879" y="16881"/>
                  <a:pt x="19800" y="16811"/>
                </a:cubicBezTo>
                <a:cubicBezTo>
                  <a:pt x="19758" y="16773"/>
                  <a:pt x="19705" y="16753"/>
                  <a:pt x="19653" y="16753"/>
                </a:cubicBezTo>
                <a:close/>
                <a:moveTo>
                  <a:pt x="17791" y="19473"/>
                </a:moveTo>
                <a:cubicBezTo>
                  <a:pt x="17714" y="19473"/>
                  <a:pt x="17642" y="19517"/>
                  <a:pt x="17604" y="19591"/>
                </a:cubicBezTo>
                <a:cubicBezTo>
                  <a:pt x="17369" y="20070"/>
                  <a:pt x="17142" y="20593"/>
                  <a:pt x="16942" y="21134"/>
                </a:cubicBezTo>
                <a:cubicBezTo>
                  <a:pt x="16907" y="21238"/>
                  <a:pt x="16959" y="21360"/>
                  <a:pt x="17064" y="21404"/>
                </a:cubicBezTo>
                <a:cubicBezTo>
                  <a:pt x="17090" y="21413"/>
                  <a:pt x="17116" y="21413"/>
                  <a:pt x="17142" y="21413"/>
                </a:cubicBezTo>
                <a:cubicBezTo>
                  <a:pt x="17221" y="21413"/>
                  <a:pt x="17299" y="21360"/>
                  <a:pt x="17334" y="21273"/>
                </a:cubicBezTo>
                <a:cubicBezTo>
                  <a:pt x="17526" y="20750"/>
                  <a:pt x="17744" y="20245"/>
                  <a:pt x="17979" y="19774"/>
                </a:cubicBezTo>
                <a:cubicBezTo>
                  <a:pt x="18031" y="19670"/>
                  <a:pt x="17988" y="19548"/>
                  <a:pt x="17883" y="19495"/>
                </a:cubicBezTo>
                <a:cubicBezTo>
                  <a:pt x="17853" y="19480"/>
                  <a:pt x="17822" y="19473"/>
                  <a:pt x="17791" y="19473"/>
                </a:cubicBezTo>
                <a:close/>
                <a:moveTo>
                  <a:pt x="16638" y="22580"/>
                </a:moveTo>
                <a:cubicBezTo>
                  <a:pt x="16547" y="22580"/>
                  <a:pt x="16465" y="22642"/>
                  <a:pt x="16437" y="22728"/>
                </a:cubicBezTo>
                <a:cubicBezTo>
                  <a:pt x="16306" y="23243"/>
                  <a:pt x="16175" y="23792"/>
                  <a:pt x="16062" y="24358"/>
                </a:cubicBezTo>
                <a:cubicBezTo>
                  <a:pt x="16036" y="24471"/>
                  <a:pt x="16114" y="24585"/>
                  <a:pt x="16219" y="24602"/>
                </a:cubicBezTo>
                <a:cubicBezTo>
                  <a:pt x="16236" y="24611"/>
                  <a:pt x="16254" y="24611"/>
                  <a:pt x="16262" y="24611"/>
                </a:cubicBezTo>
                <a:cubicBezTo>
                  <a:pt x="16358" y="24611"/>
                  <a:pt x="16445" y="24541"/>
                  <a:pt x="16463" y="24445"/>
                </a:cubicBezTo>
                <a:cubicBezTo>
                  <a:pt x="16576" y="23879"/>
                  <a:pt x="16707" y="23338"/>
                  <a:pt x="16837" y="22842"/>
                </a:cubicBezTo>
                <a:cubicBezTo>
                  <a:pt x="16872" y="22728"/>
                  <a:pt x="16803" y="22615"/>
                  <a:pt x="16698" y="22589"/>
                </a:cubicBezTo>
                <a:cubicBezTo>
                  <a:pt x="16678" y="22583"/>
                  <a:pt x="16658" y="22580"/>
                  <a:pt x="16638" y="22580"/>
                </a:cubicBezTo>
                <a:close/>
                <a:moveTo>
                  <a:pt x="15978" y="25828"/>
                </a:moveTo>
                <a:cubicBezTo>
                  <a:pt x="15877" y="25828"/>
                  <a:pt x="15790" y="25902"/>
                  <a:pt x="15774" y="26005"/>
                </a:cubicBezTo>
                <a:cubicBezTo>
                  <a:pt x="15696" y="26519"/>
                  <a:pt x="15617" y="27060"/>
                  <a:pt x="15548" y="27652"/>
                </a:cubicBezTo>
                <a:cubicBezTo>
                  <a:pt x="15530" y="27765"/>
                  <a:pt x="15609" y="27870"/>
                  <a:pt x="15731" y="27887"/>
                </a:cubicBezTo>
                <a:lnTo>
                  <a:pt x="15748" y="27887"/>
                </a:lnTo>
                <a:cubicBezTo>
                  <a:pt x="15853" y="27887"/>
                  <a:pt x="15949" y="27809"/>
                  <a:pt x="15957" y="27704"/>
                </a:cubicBezTo>
                <a:cubicBezTo>
                  <a:pt x="16027" y="27112"/>
                  <a:pt x="16105" y="26572"/>
                  <a:pt x="16184" y="26066"/>
                </a:cubicBezTo>
                <a:cubicBezTo>
                  <a:pt x="16201" y="25953"/>
                  <a:pt x="16123" y="25848"/>
                  <a:pt x="16010" y="25831"/>
                </a:cubicBezTo>
                <a:cubicBezTo>
                  <a:pt x="15999" y="25829"/>
                  <a:pt x="15988" y="25828"/>
                  <a:pt x="15978" y="25828"/>
                </a:cubicBezTo>
                <a:close/>
                <a:moveTo>
                  <a:pt x="15560" y="29123"/>
                </a:moveTo>
                <a:cubicBezTo>
                  <a:pt x="15453" y="29123"/>
                  <a:pt x="15373" y="29204"/>
                  <a:pt x="15365" y="29308"/>
                </a:cubicBezTo>
                <a:cubicBezTo>
                  <a:pt x="15330" y="29595"/>
                  <a:pt x="15304" y="29892"/>
                  <a:pt x="15269" y="30197"/>
                </a:cubicBezTo>
                <a:cubicBezTo>
                  <a:pt x="15251" y="30441"/>
                  <a:pt x="15208" y="30685"/>
                  <a:pt x="15164" y="30929"/>
                </a:cubicBezTo>
                <a:cubicBezTo>
                  <a:pt x="15138" y="31042"/>
                  <a:pt x="15217" y="31155"/>
                  <a:pt x="15330" y="31173"/>
                </a:cubicBezTo>
                <a:cubicBezTo>
                  <a:pt x="15339" y="31182"/>
                  <a:pt x="15356" y="31182"/>
                  <a:pt x="15365" y="31182"/>
                </a:cubicBezTo>
                <a:cubicBezTo>
                  <a:pt x="15469" y="31182"/>
                  <a:pt x="15548" y="31112"/>
                  <a:pt x="15574" y="31016"/>
                </a:cubicBezTo>
                <a:cubicBezTo>
                  <a:pt x="15617" y="30755"/>
                  <a:pt x="15661" y="30493"/>
                  <a:pt x="15687" y="30232"/>
                </a:cubicBezTo>
                <a:cubicBezTo>
                  <a:pt x="15713" y="29935"/>
                  <a:pt x="15739" y="29639"/>
                  <a:pt x="15774" y="29351"/>
                </a:cubicBezTo>
                <a:cubicBezTo>
                  <a:pt x="15783" y="29238"/>
                  <a:pt x="15705" y="29134"/>
                  <a:pt x="15591" y="29125"/>
                </a:cubicBezTo>
                <a:cubicBezTo>
                  <a:pt x="15581" y="29123"/>
                  <a:pt x="15570" y="29123"/>
                  <a:pt x="15560" y="29123"/>
                </a:cubicBezTo>
                <a:close/>
                <a:moveTo>
                  <a:pt x="14891" y="32343"/>
                </a:moveTo>
                <a:cubicBezTo>
                  <a:pt x="14805" y="32343"/>
                  <a:pt x="14727" y="32392"/>
                  <a:pt x="14694" y="32471"/>
                </a:cubicBezTo>
                <a:cubicBezTo>
                  <a:pt x="14502" y="32959"/>
                  <a:pt x="14249" y="33439"/>
                  <a:pt x="13944" y="33909"/>
                </a:cubicBezTo>
                <a:cubicBezTo>
                  <a:pt x="13883" y="34005"/>
                  <a:pt x="13918" y="34136"/>
                  <a:pt x="14014" y="34197"/>
                </a:cubicBezTo>
                <a:cubicBezTo>
                  <a:pt x="14049" y="34214"/>
                  <a:pt x="14084" y="34223"/>
                  <a:pt x="14119" y="34223"/>
                </a:cubicBezTo>
                <a:cubicBezTo>
                  <a:pt x="14188" y="34223"/>
                  <a:pt x="14258" y="34197"/>
                  <a:pt x="14302" y="34127"/>
                </a:cubicBezTo>
                <a:cubicBezTo>
                  <a:pt x="14607" y="33639"/>
                  <a:pt x="14868" y="33142"/>
                  <a:pt x="15077" y="32637"/>
                </a:cubicBezTo>
                <a:cubicBezTo>
                  <a:pt x="15121" y="32524"/>
                  <a:pt x="15077" y="32402"/>
                  <a:pt x="14973" y="32358"/>
                </a:cubicBezTo>
                <a:cubicBezTo>
                  <a:pt x="14945" y="32348"/>
                  <a:pt x="14918" y="32343"/>
                  <a:pt x="14891" y="32343"/>
                </a:cubicBezTo>
                <a:close/>
                <a:moveTo>
                  <a:pt x="13131" y="35139"/>
                </a:moveTo>
                <a:cubicBezTo>
                  <a:pt x="13073" y="35139"/>
                  <a:pt x="13016" y="35164"/>
                  <a:pt x="12977" y="35208"/>
                </a:cubicBezTo>
                <a:cubicBezTo>
                  <a:pt x="12637" y="35609"/>
                  <a:pt x="12254" y="36001"/>
                  <a:pt x="11835" y="36384"/>
                </a:cubicBezTo>
                <a:cubicBezTo>
                  <a:pt x="11748" y="36463"/>
                  <a:pt x="11748" y="36593"/>
                  <a:pt x="11827" y="36680"/>
                </a:cubicBezTo>
                <a:cubicBezTo>
                  <a:pt x="11861" y="36724"/>
                  <a:pt x="11922" y="36741"/>
                  <a:pt x="11975" y="36741"/>
                </a:cubicBezTo>
                <a:cubicBezTo>
                  <a:pt x="12027" y="36741"/>
                  <a:pt x="12079" y="36724"/>
                  <a:pt x="12114" y="36689"/>
                </a:cubicBezTo>
                <a:cubicBezTo>
                  <a:pt x="12541" y="36297"/>
                  <a:pt x="12933" y="35887"/>
                  <a:pt x="13291" y="35487"/>
                </a:cubicBezTo>
                <a:cubicBezTo>
                  <a:pt x="13360" y="35399"/>
                  <a:pt x="13352" y="35269"/>
                  <a:pt x="13265" y="35190"/>
                </a:cubicBezTo>
                <a:cubicBezTo>
                  <a:pt x="13226" y="35155"/>
                  <a:pt x="13178" y="35139"/>
                  <a:pt x="13131" y="35139"/>
                </a:cubicBezTo>
                <a:close/>
                <a:moveTo>
                  <a:pt x="10700" y="37387"/>
                </a:moveTo>
                <a:cubicBezTo>
                  <a:pt x="10656" y="37387"/>
                  <a:pt x="10611" y="37401"/>
                  <a:pt x="10572" y="37430"/>
                </a:cubicBezTo>
                <a:cubicBezTo>
                  <a:pt x="10153" y="37752"/>
                  <a:pt x="9700" y="38075"/>
                  <a:pt x="9230" y="38380"/>
                </a:cubicBezTo>
                <a:cubicBezTo>
                  <a:pt x="9134" y="38441"/>
                  <a:pt x="9108" y="38563"/>
                  <a:pt x="9169" y="38667"/>
                </a:cubicBezTo>
                <a:cubicBezTo>
                  <a:pt x="9204" y="38728"/>
                  <a:pt x="9273" y="38754"/>
                  <a:pt x="9343" y="38754"/>
                </a:cubicBezTo>
                <a:cubicBezTo>
                  <a:pt x="9378" y="38754"/>
                  <a:pt x="9421" y="38746"/>
                  <a:pt x="9456" y="38728"/>
                </a:cubicBezTo>
                <a:cubicBezTo>
                  <a:pt x="9936" y="38415"/>
                  <a:pt x="10397" y="38092"/>
                  <a:pt x="10824" y="37761"/>
                </a:cubicBezTo>
                <a:cubicBezTo>
                  <a:pt x="10920" y="37691"/>
                  <a:pt x="10938" y="37561"/>
                  <a:pt x="10868" y="37473"/>
                </a:cubicBezTo>
                <a:cubicBezTo>
                  <a:pt x="10827" y="37417"/>
                  <a:pt x="10764" y="37387"/>
                  <a:pt x="10700" y="37387"/>
                </a:cubicBezTo>
                <a:close/>
                <a:moveTo>
                  <a:pt x="7915" y="39201"/>
                </a:moveTo>
                <a:cubicBezTo>
                  <a:pt x="7882" y="39201"/>
                  <a:pt x="7848" y="39209"/>
                  <a:pt x="7818" y="39225"/>
                </a:cubicBezTo>
                <a:cubicBezTo>
                  <a:pt x="7347" y="39486"/>
                  <a:pt x="6859" y="39739"/>
                  <a:pt x="6354" y="39992"/>
                </a:cubicBezTo>
                <a:cubicBezTo>
                  <a:pt x="6249" y="40044"/>
                  <a:pt x="6206" y="40166"/>
                  <a:pt x="6258" y="40271"/>
                </a:cubicBezTo>
                <a:cubicBezTo>
                  <a:pt x="6293" y="40341"/>
                  <a:pt x="6371" y="40384"/>
                  <a:pt x="6450" y="40384"/>
                </a:cubicBezTo>
                <a:cubicBezTo>
                  <a:pt x="6476" y="40384"/>
                  <a:pt x="6511" y="40375"/>
                  <a:pt x="6537" y="40367"/>
                </a:cubicBezTo>
                <a:cubicBezTo>
                  <a:pt x="7051" y="40114"/>
                  <a:pt x="7548" y="39852"/>
                  <a:pt x="8018" y="39591"/>
                </a:cubicBezTo>
                <a:cubicBezTo>
                  <a:pt x="8123" y="39530"/>
                  <a:pt x="8158" y="39408"/>
                  <a:pt x="8097" y="39303"/>
                </a:cubicBezTo>
                <a:cubicBezTo>
                  <a:pt x="8061" y="39238"/>
                  <a:pt x="7988" y="39201"/>
                  <a:pt x="7915" y="39201"/>
                </a:cubicBezTo>
                <a:close/>
                <a:moveTo>
                  <a:pt x="4938" y="40664"/>
                </a:moveTo>
                <a:cubicBezTo>
                  <a:pt x="4911" y="40664"/>
                  <a:pt x="4882" y="40669"/>
                  <a:pt x="4855" y="40680"/>
                </a:cubicBezTo>
                <a:cubicBezTo>
                  <a:pt x="4358" y="40898"/>
                  <a:pt x="3844" y="41107"/>
                  <a:pt x="3321" y="41299"/>
                </a:cubicBezTo>
                <a:cubicBezTo>
                  <a:pt x="3217" y="41343"/>
                  <a:pt x="3164" y="41465"/>
                  <a:pt x="3208" y="41569"/>
                </a:cubicBezTo>
                <a:cubicBezTo>
                  <a:pt x="3234" y="41656"/>
                  <a:pt x="3313" y="41700"/>
                  <a:pt x="3400" y="41700"/>
                </a:cubicBezTo>
                <a:cubicBezTo>
                  <a:pt x="3426" y="41700"/>
                  <a:pt x="3443" y="41700"/>
                  <a:pt x="3469" y="41691"/>
                </a:cubicBezTo>
                <a:cubicBezTo>
                  <a:pt x="3992" y="41491"/>
                  <a:pt x="4515" y="41282"/>
                  <a:pt x="5021" y="41064"/>
                </a:cubicBezTo>
                <a:cubicBezTo>
                  <a:pt x="5125" y="41020"/>
                  <a:pt x="5169" y="40898"/>
                  <a:pt x="5125" y="40785"/>
                </a:cubicBezTo>
                <a:cubicBezTo>
                  <a:pt x="5093" y="40708"/>
                  <a:pt x="5018" y="40664"/>
                  <a:pt x="4938" y="40664"/>
                </a:cubicBezTo>
                <a:close/>
                <a:moveTo>
                  <a:pt x="1831" y="41847"/>
                </a:moveTo>
                <a:cubicBezTo>
                  <a:pt x="1810" y="41847"/>
                  <a:pt x="1790" y="41850"/>
                  <a:pt x="1770" y="41857"/>
                </a:cubicBezTo>
                <a:cubicBezTo>
                  <a:pt x="803" y="42179"/>
                  <a:pt x="193" y="42336"/>
                  <a:pt x="184" y="42336"/>
                </a:cubicBezTo>
                <a:cubicBezTo>
                  <a:pt x="71" y="42371"/>
                  <a:pt x="1" y="42484"/>
                  <a:pt x="36" y="42589"/>
                </a:cubicBezTo>
                <a:cubicBezTo>
                  <a:pt x="53" y="42685"/>
                  <a:pt x="140" y="42746"/>
                  <a:pt x="236" y="42746"/>
                </a:cubicBezTo>
                <a:cubicBezTo>
                  <a:pt x="254" y="42746"/>
                  <a:pt x="271" y="42746"/>
                  <a:pt x="289" y="42737"/>
                </a:cubicBezTo>
                <a:cubicBezTo>
                  <a:pt x="315" y="42737"/>
                  <a:pt x="916" y="42580"/>
                  <a:pt x="1901" y="42249"/>
                </a:cubicBezTo>
                <a:cubicBezTo>
                  <a:pt x="2005" y="42214"/>
                  <a:pt x="2066" y="42101"/>
                  <a:pt x="2031" y="41988"/>
                </a:cubicBezTo>
                <a:cubicBezTo>
                  <a:pt x="1996" y="41903"/>
                  <a:pt x="1916" y="41847"/>
                  <a:pt x="1831" y="41847"/>
                </a:cubicBezTo>
                <a:close/>
              </a:path>
            </a:pathLst>
          </a:cu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00" name="Google Shape;400;p31"/>
          <p:cNvSpPr txBox="1">
            <a:spLocks noGrp="1"/>
          </p:cNvSpPr>
          <p:nvPr>
            <p:ph type="subTitle" idx="9"/>
          </p:nvPr>
        </p:nvSpPr>
        <p:spPr>
          <a:xfrm>
            <a:off x="719994" y="2155175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1" name="Google Shape;401;p31"/>
          <p:cNvSpPr txBox="1">
            <a:spLocks noGrp="1"/>
          </p:cNvSpPr>
          <p:nvPr>
            <p:ph type="subTitle" idx="13"/>
          </p:nvPr>
        </p:nvSpPr>
        <p:spPr>
          <a:xfrm>
            <a:off x="719994" y="3879917"/>
            <a:ext cx="2250600" cy="6402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02" name="Google Shape;402;p31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  <p:sp>
        <p:nvSpPr>
          <p:cNvPr id="403" name="Google Shape;403;p31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200" b="1">
                <a:solidFill>
                  <a:schemeClr val="accent6"/>
                </a:solidFill>
                <a:highlight>
                  <a:schemeClr val="dk1"/>
                </a:highlight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Bebas Neue"/>
              <a:buNone/>
              <a:defRPr sz="2400">
                <a:solidFill>
                  <a:schemeClr val="dk1"/>
                </a:solidFill>
                <a:latin typeface="Bebas Neue"/>
                <a:ea typeface="Bebas Neue"/>
                <a:cs typeface="Bebas Neue"/>
                <a:sym typeface="Bebas Neue"/>
              </a:defRPr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7498092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3500"/>
              <a:buFont typeface="Kalam"/>
              <a:buNone/>
              <a:defRPr sz="3500" b="1">
                <a:solidFill>
                  <a:schemeClr val="accent4"/>
                </a:solidFill>
                <a:latin typeface="Kalam"/>
                <a:ea typeface="Kalam"/>
                <a:cs typeface="Kalam"/>
                <a:sym typeface="Kalam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1pPr>
            <a:lvl2pPr marL="914400" lvl="1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2pPr>
            <a:lvl3pPr marL="1371600" lvl="2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3pPr>
            <a:lvl4pPr marL="1828800" lvl="3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4pPr>
            <a:lvl5pPr marL="2286000" lvl="4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5pPr>
            <a:lvl6pPr marL="2743200" lvl="5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6pPr>
            <a:lvl7pPr marL="3200400" lvl="6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●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7pPr>
            <a:lvl8pPr marL="3657600" lvl="7" indent="-317500">
              <a:lnSpc>
                <a:spcPct val="100000"/>
              </a:lnSpc>
              <a:spcBef>
                <a:spcPts val="16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Special Elite"/>
              <a:buChar char="○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8pPr>
            <a:lvl9pPr marL="4114800" lvl="8" indent="-317500">
              <a:lnSpc>
                <a:spcPct val="100000"/>
              </a:lnSpc>
              <a:spcBef>
                <a:spcPts val="1600"/>
              </a:spcBef>
              <a:spcAft>
                <a:spcPts val="1600"/>
              </a:spcAft>
              <a:buClr>
                <a:schemeClr val="dk1"/>
              </a:buClr>
              <a:buSzPts val="1400"/>
              <a:buFont typeface="Special Elite"/>
              <a:buChar char="■"/>
              <a:defRPr>
                <a:solidFill>
                  <a:schemeClr val="dk1"/>
                </a:solidFill>
                <a:latin typeface="Special Elite"/>
                <a:ea typeface="Special Elite"/>
                <a:cs typeface="Special Elite"/>
                <a:sym typeface="Special Elite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5" r:id="rId2"/>
    <p:sldLayoutId id="2147483658" r:id="rId3"/>
    <p:sldLayoutId id="2147483661" r:id="rId4"/>
    <p:sldLayoutId id="2147483669" r:id="rId5"/>
    <p:sldLayoutId id="2147483679" r:id="rId6"/>
    <p:sldLayoutId id="2147483681" r:id="rId7"/>
    <p:sldLayoutId id="2147483682" r:id="rId8"/>
    <p:sldLayoutId id="2147483683" r:id="rId9"/>
    <p:sldLayoutId id="2147483687" r:id="rId10"/>
    <p:sldLayoutId id="2147483688" r:id="rId11"/>
    <p:sldLayoutId id="2147483689" r:id="rId12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0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5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5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4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5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5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5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5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4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5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5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5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5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5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5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5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5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10" name="Google Shape;510;p41"/>
          <p:cNvGrpSpPr/>
          <p:nvPr/>
        </p:nvGrpSpPr>
        <p:grpSpPr>
          <a:xfrm rot="-760393">
            <a:off x="2457501" y="659143"/>
            <a:ext cx="4821173" cy="3295457"/>
            <a:chOff x="8224325" y="1877325"/>
            <a:chExt cx="449175" cy="307025"/>
          </a:xfrm>
        </p:grpSpPr>
        <p:sp>
          <p:nvSpPr>
            <p:cNvPr id="511" name="Google Shape;511;p41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2" name="Google Shape;512;p41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chemeClr val="accent1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513" name="Google Shape;513;p41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515" name="Google Shape;515;p41"/>
          <p:cNvSpPr txBox="1">
            <a:spLocks noGrp="1"/>
          </p:cNvSpPr>
          <p:nvPr>
            <p:ph type="ctrTitle"/>
          </p:nvPr>
        </p:nvSpPr>
        <p:spPr>
          <a:xfrm rot="-283149">
            <a:off x="2858401" y="1314777"/>
            <a:ext cx="4011098" cy="197399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lvl="0"/>
            <a:r>
              <a:rPr lang="en-US" altLang="en-US" sz="4000" dirty="0"/>
              <a:t>Introduction to Object-Oriented Programming: Java</a:t>
            </a:r>
            <a:endParaRPr sz="4000" dirty="0"/>
          </a:p>
        </p:txBody>
      </p:sp>
      <p:grpSp>
        <p:nvGrpSpPr>
          <p:cNvPr id="602" name="Google Shape;602;p41"/>
          <p:cNvGrpSpPr/>
          <p:nvPr/>
        </p:nvGrpSpPr>
        <p:grpSpPr>
          <a:xfrm>
            <a:off x="1749478" y="952791"/>
            <a:ext cx="1422751" cy="1049964"/>
            <a:chOff x="6409858" y="765723"/>
            <a:chExt cx="1553730" cy="1146624"/>
          </a:xfrm>
        </p:grpSpPr>
        <p:grpSp>
          <p:nvGrpSpPr>
            <p:cNvPr id="603" name="Google Shape;603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4" name="Google Shape;604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5" name="Google Shape;605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06" name="Google Shape;606;p41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607" name="Google Shape;607;p41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41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1" name="Google Shape;1162;p56">
            <a:extLst>
              <a:ext uri="{FF2B5EF4-FFF2-40B4-BE49-F238E27FC236}">
                <a16:creationId xmlns:a16="http://schemas.microsoft.com/office/drawing/2014/main" id="{1D01D9F1-042B-4F37-BD7D-65D56A7E7138}"/>
              </a:ext>
            </a:extLst>
          </p:cNvPr>
          <p:cNvGrpSpPr/>
          <p:nvPr/>
        </p:nvGrpSpPr>
        <p:grpSpPr>
          <a:xfrm rot="235971">
            <a:off x="6899074" y="2624521"/>
            <a:ext cx="1094784" cy="1564101"/>
            <a:chOff x="2545977" y="765737"/>
            <a:chExt cx="1317340" cy="1882063"/>
          </a:xfrm>
        </p:grpSpPr>
        <p:grpSp>
          <p:nvGrpSpPr>
            <p:cNvPr id="102" name="Google Shape;1163;p56">
              <a:extLst>
                <a:ext uri="{FF2B5EF4-FFF2-40B4-BE49-F238E27FC236}">
                  <a16:creationId xmlns:a16="http://schemas.microsoft.com/office/drawing/2014/main" id="{E205E7D0-1C1F-4311-9100-08F94FC1AF69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9" name="Google Shape;1164;p56">
                <a:extLst>
                  <a:ext uri="{FF2B5EF4-FFF2-40B4-BE49-F238E27FC236}">
                    <a16:creationId xmlns:a16="http://schemas.microsoft.com/office/drawing/2014/main" id="{CEE6372F-0005-4BF8-B410-F68BBF82A6C2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0" name="Google Shape;1165;p56">
                <a:extLst>
                  <a:ext uri="{FF2B5EF4-FFF2-40B4-BE49-F238E27FC236}">
                    <a16:creationId xmlns:a16="http://schemas.microsoft.com/office/drawing/2014/main" id="{3589FFFE-4FA2-494C-A024-B01D4EB5F69C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1" name="Google Shape;1166;p56">
                <a:extLst>
                  <a:ext uri="{FF2B5EF4-FFF2-40B4-BE49-F238E27FC236}">
                    <a16:creationId xmlns:a16="http://schemas.microsoft.com/office/drawing/2014/main" id="{72CE383B-3FDE-442A-B077-EAAF30A87898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2" name="Google Shape;1167;p56">
                <a:extLst>
                  <a:ext uri="{FF2B5EF4-FFF2-40B4-BE49-F238E27FC236}">
                    <a16:creationId xmlns:a16="http://schemas.microsoft.com/office/drawing/2014/main" id="{B4697377-C252-4517-B5CA-3D32B0458C11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" name="Google Shape;1168;p56">
                <a:extLst>
                  <a:ext uri="{FF2B5EF4-FFF2-40B4-BE49-F238E27FC236}">
                    <a16:creationId xmlns:a16="http://schemas.microsoft.com/office/drawing/2014/main" id="{012DCA13-73DE-45EA-B4DB-2A52FCF60F02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" name="Google Shape;1169;p56">
              <a:extLst>
                <a:ext uri="{FF2B5EF4-FFF2-40B4-BE49-F238E27FC236}">
                  <a16:creationId xmlns:a16="http://schemas.microsoft.com/office/drawing/2014/main" id="{5BB73C19-52B1-4D83-9C6D-C81966E87022}"/>
                </a:ext>
              </a:extLst>
            </p:cNvPr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04" name="Google Shape;1170;p56">
                <a:extLst>
                  <a:ext uri="{FF2B5EF4-FFF2-40B4-BE49-F238E27FC236}">
                    <a16:creationId xmlns:a16="http://schemas.microsoft.com/office/drawing/2014/main" id="{7ABCEA79-BD9D-4576-979D-307ECAF38C79}"/>
                  </a:ext>
                </a:extLst>
              </p:cNvPr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5" name="Google Shape;1171;p56">
                <a:extLst>
                  <a:ext uri="{FF2B5EF4-FFF2-40B4-BE49-F238E27FC236}">
                    <a16:creationId xmlns:a16="http://schemas.microsoft.com/office/drawing/2014/main" id="{80F7D46B-7510-44BF-94BC-46055A90E4CA}"/>
                  </a:ext>
                </a:extLst>
              </p:cNvPr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6" name="Google Shape;1172;p56">
                <a:extLst>
                  <a:ext uri="{FF2B5EF4-FFF2-40B4-BE49-F238E27FC236}">
                    <a16:creationId xmlns:a16="http://schemas.microsoft.com/office/drawing/2014/main" id="{80C39A46-F217-4DD6-94FE-E5ECF841EE12}"/>
                  </a:ext>
                </a:extLst>
              </p:cNvPr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7" name="Google Shape;1173;p56">
                <a:extLst>
                  <a:ext uri="{FF2B5EF4-FFF2-40B4-BE49-F238E27FC236}">
                    <a16:creationId xmlns:a16="http://schemas.microsoft.com/office/drawing/2014/main" id="{3816B59C-1E76-4CC7-B77A-C2E0B8D03B2E}"/>
                  </a:ext>
                </a:extLst>
              </p:cNvPr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8" name="Google Shape;1174;p56">
                <a:extLst>
                  <a:ext uri="{FF2B5EF4-FFF2-40B4-BE49-F238E27FC236}">
                    <a16:creationId xmlns:a16="http://schemas.microsoft.com/office/drawing/2014/main" id="{78827BD8-75E8-4D1E-96B6-F31D01C22611}"/>
                  </a:ext>
                </a:extLst>
              </p:cNvPr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>
              <a:spcAft>
                <a:spcPts val="600"/>
              </a:spcAft>
            </a:pPr>
            <a:r>
              <a:rPr lang="en-US" sz="3200" b="1" dirty="0"/>
              <a:t>Classes and Methods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41352431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Vocabulary, Concepts, and  Skills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3" name="Google Shape;613;p42"/>
          <p:cNvSpPr/>
          <p:nvPr/>
        </p:nvSpPr>
        <p:spPr>
          <a:xfrm>
            <a:off x="474133" y="1017726"/>
            <a:ext cx="8051667" cy="3847786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4" name="Google Shape;614;p42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VOCABULARY</a:t>
            </a:r>
            <a:endParaRPr dirty="0"/>
          </a:p>
        </p:txBody>
      </p:sp>
      <p:sp>
        <p:nvSpPr>
          <p:cNvPr id="619" name="Google Shape;619;p42"/>
          <p:cNvSpPr/>
          <p:nvPr/>
        </p:nvSpPr>
        <p:spPr>
          <a:xfrm rot="2369484" flipH="1">
            <a:off x="7614645" y="1036251"/>
            <a:ext cx="1395379" cy="626570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BE3D35F-F779-4EAD-9964-332587CDF10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08572605"/>
              </p:ext>
            </p:extLst>
          </p:nvPr>
        </p:nvGraphicFramePr>
        <p:xfrm>
          <a:off x="853493" y="1236763"/>
          <a:ext cx="7437014" cy="3337560"/>
        </p:xfrm>
        <a:graphic>
          <a:graphicData uri="http://schemas.openxmlformats.org/drawingml/2006/table">
            <a:tbl>
              <a:tblPr firstRow="1" bandRow="1">
                <a:tableStyleId>{2ABC2007-4194-44C9-A730-8082A69096D6}</a:tableStyleId>
              </a:tblPr>
              <a:tblGrid>
                <a:gridCol w="3221796">
                  <a:extLst>
                    <a:ext uri="{9D8B030D-6E8A-4147-A177-3AD203B41FA5}">
                      <a16:colId xmlns:a16="http://schemas.microsoft.com/office/drawing/2014/main" val="2268517981"/>
                    </a:ext>
                  </a:extLst>
                </a:gridCol>
                <a:gridCol w="4215218">
                  <a:extLst>
                    <a:ext uri="{9D8B030D-6E8A-4147-A177-3AD203B41FA5}">
                      <a16:colId xmlns:a16="http://schemas.microsoft.com/office/drawing/2014/main" val="85373217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sz="1800" b="1" dirty="0"/>
                        <a:t>Classes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dirty="0"/>
                        <a:t>Calling or Invoking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849235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Reusability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9841922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Modules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Information Hiding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03008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Instance Variables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2945872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Attributes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Mutator Methods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548288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Declaring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Access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066026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Signature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Encapsulation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3488804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Body of a Method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dirty="0"/>
                        <a:t>Reference Types</a:t>
                      </a:r>
                      <a:endParaRPr lang="en-US" sz="1800" b="1" i="0" u="none" strike="noStrike" cap="none" dirty="0">
                        <a:solidFill>
                          <a:srgbClr val="000000"/>
                        </a:solidFill>
                        <a:latin typeface="Arial"/>
                        <a:cs typeface="Arial"/>
                        <a:sym typeface="Arial"/>
                      </a:endParaRP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493525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Tx/>
                        <a:buFont typeface="Arial"/>
                        <a:buNone/>
                        <a:tabLst/>
                        <a:defRPr/>
                      </a:pPr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The return Statement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 i="0" u="none" strike="noStrike" cap="none" dirty="0">
                          <a:solidFill>
                            <a:srgbClr val="000000"/>
                          </a:solidFill>
                          <a:latin typeface="Arial"/>
                          <a:cs typeface="Arial"/>
                          <a:sym typeface="Arial"/>
                        </a:rPr>
                        <a:t>OOP (Object-Oriented Programming)</a:t>
                      </a:r>
                    </a:p>
                  </a:txBody>
                  <a:tcPr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3663964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5" name="Google Shape;1425;p63"/>
          <p:cNvSpPr/>
          <p:nvPr/>
        </p:nvSpPr>
        <p:spPr>
          <a:xfrm rot="-51583">
            <a:off x="1322081" y="1210281"/>
            <a:ext cx="6997988" cy="3465689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50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1426" name="Google Shape;1426;p63"/>
          <p:cNvSpPr/>
          <p:nvPr/>
        </p:nvSpPr>
        <p:spPr>
          <a:xfrm rot="368388" flipH="1">
            <a:off x="907814" y="752590"/>
            <a:ext cx="1475671" cy="983527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7" name="Google Shape;1427;p63"/>
          <p:cNvSpPr/>
          <p:nvPr/>
        </p:nvSpPr>
        <p:spPr>
          <a:xfrm rot="-9526585" flipH="1">
            <a:off x="4150346" y="4192931"/>
            <a:ext cx="1475686" cy="983555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2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28" name="Google Shape;1428;p63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CONCEPTS</a:t>
            </a:r>
            <a:endParaRPr dirty="0"/>
          </a:p>
        </p:txBody>
      </p:sp>
      <p:sp>
        <p:nvSpPr>
          <p:cNvPr id="1429" name="Google Shape;1429;p63"/>
          <p:cNvSpPr/>
          <p:nvPr/>
        </p:nvSpPr>
        <p:spPr>
          <a:xfrm>
            <a:off x="2436163" y="2535780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0" name="Google Shape;1430;p63"/>
          <p:cNvSpPr/>
          <p:nvPr/>
        </p:nvSpPr>
        <p:spPr>
          <a:xfrm>
            <a:off x="4481559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31" name="Google Shape;1431;p63"/>
          <p:cNvSpPr/>
          <p:nvPr/>
        </p:nvSpPr>
        <p:spPr>
          <a:xfrm>
            <a:off x="6526965" y="2535792"/>
            <a:ext cx="765000" cy="765000"/>
          </a:xfrm>
          <a:prstGeom prst="ellipse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432" name="Google Shape;1432;p63"/>
          <p:cNvCxnSpPr>
            <a:stCxn id="1433" idx="6"/>
            <a:endCxn id="1429" idx="2"/>
          </p:cNvCxnSpPr>
          <p:nvPr/>
        </p:nvCxnSpPr>
        <p:spPr>
          <a:xfrm>
            <a:off x="1671163" y="2918280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4" name="Google Shape;1434;p63"/>
          <p:cNvCxnSpPr>
            <a:stCxn id="1429" idx="6"/>
            <a:endCxn id="1430" idx="2"/>
          </p:cNvCxnSpPr>
          <p:nvPr/>
        </p:nvCxnSpPr>
        <p:spPr>
          <a:xfrm>
            <a:off x="3201163" y="2918280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5" name="Google Shape;1435;p63"/>
          <p:cNvCxnSpPr>
            <a:stCxn id="1430" idx="6"/>
            <a:endCxn id="1431" idx="2"/>
          </p:cNvCxnSpPr>
          <p:nvPr/>
        </p:nvCxnSpPr>
        <p:spPr>
          <a:xfrm>
            <a:off x="5246559" y="2918292"/>
            <a:ext cx="12804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36" name="Google Shape;1436;p63"/>
          <p:cNvCxnSpPr>
            <a:stCxn id="1431" idx="6"/>
            <a:endCxn id="1437" idx="2"/>
          </p:cNvCxnSpPr>
          <p:nvPr/>
        </p:nvCxnSpPr>
        <p:spPr>
          <a:xfrm>
            <a:off x="7291965" y="2918292"/>
            <a:ext cx="765000" cy="0"/>
          </a:xfrm>
          <a:prstGeom prst="straightConnector1">
            <a:avLst/>
          </a:prstGeom>
          <a:noFill/>
          <a:ln w="38100" cap="flat" cmpd="sng">
            <a:solidFill>
              <a:schemeClr val="accent4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439" name="Google Shape;1439;p63"/>
          <p:cNvSpPr txBox="1"/>
          <p:nvPr/>
        </p:nvSpPr>
        <p:spPr>
          <a:xfrm>
            <a:off x="1671163" y="3278651"/>
            <a:ext cx="2149068" cy="51403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Parameters, Arguments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1" name="Google Shape;1441;p63"/>
          <p:cNvSpPr txBox="1"/>
          <p:nvPr/>
        </p:nvSpPr>
        <p:spPr>
          <a:xfrm>
            <a:off x="5861443" y="3294455"/>
            <a:ext cx="2158580" cy="8336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What a Method Does vs. How It Does It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3" name="Google Shape;1443;p63"/>
          <p:cNvSpPr txBox="1"/>
          <p:nvPr/>
        </p:nvSpPr>
        <p:spPr>
          <a:xfrm>
            <a:off x="3945378" y="1607358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Modules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1444" name="Google Shape;1444;p63"/>
          <p:cNvSpPr/>
          <p:nvPr/>
        </p:nvSpPr>
        <p:spPr>
          <a:xfrm>
            <a:off x="2522864" y="2603648"/>
            <a:ext cx="591634" cy="582552"/>
          </a:xfrm>
          <a:custGeom>
            <a:avLst/>
            <a:gdLst/>
            <a:ahLst/>
            <a:cxnLst/>
            <a:rect l="l" t="t" r="r" b="b"/>
            <a:pathLst>
              <a:path w="10814" h="10648" extrusionOk="0">
                <a:moveTo>
                  <a:pt x="5372" y="1066"/>
                </a:moveTo>
                <a:lnTo>
                  <a:pt x="5764" y="1780"/>
                </a:lnTo>
                <a:lnTo>
                  <a:pt x="5372" y="2173"/>
                </a:lnTo>
                <a:lnTo>
                  <a:pt x="4979" y="1780"/>
                </a:lnTo>
                <a:lnTo>
                  <a:pt x="5372" y="1066"/>
                </a:lnTo>
                <a:close/>
                <a:moveTo>
                  <a:pt x="2356" y="2066"/>
                </a:moveTo>
                <a:lnTo>
                  <a:pt x="3141" y="3654"/>
                </a:lnTo>
                <a:lnTo>
                  <a:pt x="3052" y="3796"/>
                </a:lnTo>
                <a:cubicBezTo>
                  <a:pt x="2987" y="3731"/>
                  <a:pt x="2903" y="3700"/>
                  <a:pt x="2820" y="3700"/>
                </a:cubicBezTo>
                <a:cubicBezTo>
                  <a:pt x="2720" y="3700"/>
                  <a:pt x="2620" y="3745"/>
                  <a:pt x="2552" y="3832"/>
                </a:cubicBezTo>
                <a:lnTo>
                  <a:pt x="1696" y="4867"/>
                </a:lnTo>
                <a:lnTo>
                  <a:pt x="982" y="4867"/>
                </a:lnTo>
                <a:lnTo>
                  <a:pt x="2356" y="2066"/>
                </a:lnTo>
                <a:close/>
                <a:moveTo>
                  <a:pt x="8458" y="2066"/>
                </a:moveTo>
                <a:lnTo>
                  <a:pt x="9832" y="4867"/>
                </a:lnTo>
                <a:lnTo>
                  <a:pt x="9047" y="4867"/>
                </a:lnTo>
                <a:lnTo>
                  <a:pt x="8173" y="3832"/>
                </a:lnTo>
                <a:cubicBezTo>
                  <a:pt x="8105" y="3745"/>
                  <a:pt x="8011" y="3700"/>
                  <a:pt x="7913" y="3700"/>
                </a:cubicBezTo>
                <a:cubicBezTo>
                  <a:pt x="7831" y="3700"/>
                  <a:pt x="7746" y="3731"/>
                  <a:pt x="7673" y="3796"/>
                </a:cubicBezTo>
                <a:lnTo>
                  <a:pt x="7638" y="3725"/>
                </a:lnTo>
                <a:lnTo>
                  <a:pt x="8458" y="2066"/>
                </a:lnTo>
                <a:close/>
                <a:moveTo>
                  <a:pt x="6121" y="2405"/>
                </a:moveTo>
                <a:cubicBezTo>
                  <a:pt x="6282" y="2708"/>
                  <a:pt x="7120" y="4207"/>
                  <a:pt x="7209" y="4367"/>
                </a:cubicBezTo>
                <a:lnTo>
                  <a:pt x="5907" y="5902"/>
                </a:lnTo>
                <a:cubicBezTo>
                  <a:pt x="5835" y="6009"/>
                  <a:pt x="5818" y="6134"/>
                  <a:pt x="5853" y="6241"/>
                </a:cubicBezTo>
                <a:lnTo>
                  <a:pt x="4890" y="6241"/>
                </a:lnTo>
                <a:cubicBezTo>
                  <a:pt x="4925" y="6134"/>
                  <a:pt x="4908" y="6009"/>
                  <a:pt x="4836" y="5902"/>
                </a:cubicBezTo>
                <a:lnTo>
                  <a:pt x="3516" y="4332"/>
                </a:lnTo>
                <a:cubicBezTo>
                  <a:pt x="3587" y="4278"/>
                  <a:pt x="3516" y="4403"/>
                  <a:pt x="4622" y="2405"/>
                </a:cubicBezTo>
                <a:lnTo>
                  <a:pt x="5122" y="2904"/>
                </a:lnTo>
                <a:cubicBezTo>
                  <a:pt x="5193" y="2976"/>
                  <a:pt x="5282" y="3011"/>
                  <a:pt x="5372" y="3011"/>
                </a:cubicBezTo>
                <a:cubicBezTo>
                  <a:pt x="5461" y="3011"/>
                  <a:pt x="5550" y="2976"/>
                  <a:pt x="5621" y="2904"/>
                </a:cubicBezTo>
                <a:lnTo>
                  <a:pt x="6121" y="2405"/>
                </a:lnTo>
                <a:close/>
                <a:moveTo>
                  <a:pt x="2820" y="4599"/>
                </a:moveTo>
                <a:lnTo>
                  <a:pt x="3819" y="5777"/>
                </a:lnTo>
                <a:lnTo>
                  <a:pt x="3516" y="5777"/>
                </a:lnTo>
                <a:cubicBezTo>
                  <a:pt x="3230" y="5777"/>
                  <a:pt x="3070" y="6116"/>
                  <a:pt x="3248" y="6330"/>
                </a:cubicBezTo>
                <a:lnTo>
                  <a:pt x="3873" y="7169"/>
                </a:lnTo>
                <a:lnTo>
                  <a:pt x="3516" y="7169"/>
                </a:lnTo>
                <a:cubicBezTo>
                  <a:pt x="3230" y="7169"/>
                  <a:pt x="3070" y="7490"/>
                  <a:pt x="3248" y="7722"/>
                </a:cubicBezTo>
                <a:lnTo>
                  <a:pt x="3873" y="8560"/>
                </a:lnTo>
                <a:lnTo>
                  <a:pt x="1785" y="8560"/>
                </a:lnTo>
                <a:lnTo>
                  <a:pt x="2410" y="7722"/>
                </a:lnTo>
                <a:cubicBezTo>
                  <a:pt x="2588" y="7490"/>
                  <a:pt x="2427" y="7169"/>
                  <a:pt x="2142" y="7169"/>
                </a:cubicBezTo>
                <a:lnTo>
                  <a:pt x="1785" y="7169"/>
                </a:lnTo>
                <a:lnTo>
                  <a:pt x="2410" y="6330"/>
                </a:lnTo>
                <a:cubicBezTo>
                  <a:pt x="2588" y="6116"/>
                  <a:pt x="2427" y="5777"/>
                  <a:pt x="2142" y="5777"/>
                </a:cubicBezTo>
                <a:lnTo>
                  <a:pt x="1839" y="5777"/>
                </a:lnTo>
                <a:cubicBezTo>
                  <a:pt x="1946" y="5634"/>
                  <a:pt x="2731" y="4706"/>
                  <a:pt x="2820" y="4599"/>
                </a:cubicBezTo>
                <a:close/>
                <a:moveTo>
                  <a:pt x="7923" y="4599"/>
                </a:moveTo>
                <a:cubicBezTo>
                  <a:pt x="8012" y="4706"/>
                  <a:pt x="8779" y="5634"/>
                  <a:pt x="8904" y="5777"/>
                </a:cubicBezTo>
                <a:lnTo>
                  <a:pt x="8601" y="5777"/>
                </a:lnTo>
                <a:cubicBezTo>
                  <a:pt x="8316" y="5777"/>
                  <a:pt x="8155" y="6116"/>
                  <a:pt x="8333" y="6330"/>
                </a:cubicBezTo>
                <a:lnTo>
                  <a:pt x="8958" y="7169"/>
                </a:lnTo>
                <a:lnTo>
                  <a:pt x="8601" y="7169"/>
                </a:lnTo>
                <a:cubicBezTo>
                  <a:pt x="8316" y="7169"/>
                  <a:pt x="8155" y="7490"/>
                  <a:pt x="8333" y="7722"/>
                </a:cubicBezTo>
                <a:lnTo>
                  <a:pt x="8958" y="8560"/>
                </a:lnTo>
                <a:lnTo>
                  <a:pt x="6870" y="8560"/>
                </a:lnTo>
                <a:lnTo>
                  <a:pt x="7495" y="7722"/>
                </a:lnTo>
                <a:cubicBezTo>
                  <a:pt x="7673" y="7490"/>
                  <a:pt x="7513" y="7169"/>
                  <a:pt x="7227" y="7169"/>
                </a:cubicBezTo>
                <a:lnTo>
                  <a:pt x="6870" y="7169"/>
                </a:lnTo>
                <a:lnTo>
                  <a:pt x="7495" y="6330"/>
                </a:lnTo>
                <a:cubicBezTo>
                  <a:pt x="7673" y="6116"/>
                  <a:pt x="7513" y="5777"/>
                  <a:pt x="7227" y="5777"/>
                </a:cubicBezTo>
                <a:lnTo>
                  <a:pt x="6924" y="5777"/>
                </a:lnTo>
                <a:lnTo>
                  <a:pt x="7923" y="4599"/>
                </a:lnTo>
                <a:close/>
                <a:moveTo>
                  <a:pt x="6174" y="6937"/>
                </a:moveTo>
                <a:lnTo>
                  <a:pt x="5907" y="7311"/>
                </a:lnTo>
                <a:cubicBezTo>
                  <a:pt x="5728" y="7543"/>
                  <a:pt x="5889" y="7864"/>
                  <a:pt x="6174" y="7864"/>
                </a:cubicBezTo>
                <a:lnTo>
                  <a:pt x="6531" y="7864"/>
                </a:lnTo>
                <a:lnTo>
                  <a:pt x="5907" y="8703"/>
                </a:lnTo>
                <a:cubicBezTo>
                  <a:pt x="5728" y="8917"/>
                  <a:pt x="5889" y="9256"/>
                  <a:pt x="6174" y="9256"/>
                </a:cubicBezTo>
                <a:lnTo>
                  <a:pt x="7566" y="9256"/>
                </a:lnTo>
                <a:lnTo>
                  <a:pt x="7566" y="9952"/>
                </a:lnTo>
                <a:lnTo>
                  <a:pt x="3177" y="9952"/>
                </a:lnTo>
                <a:lnTo>
                  <a:pt x="3177" y="9256"/>
                </a:lnTo>
                <a:lnTo>
                  <a:pt x="4569" y="9256"/>
                </a:lnTo>
                <a:cubicBezTo>
                  <a:pt x="4854" y="9256"/>
                  <a:pt x="5015" y="8917"/>
                  <a:pt x="4836" y="8703"/>
                </a:cubicBezTo>
                <a:lnTo>
                  <a:pt x="4212" y="7864"/>
                </a:lnTo>
                <a:lnTo>
                  <a:pt x="4569" y="7864"/>
                </a:lnTo>
                <a:cubicBezTo>
                  <a:pt x="4854" y="7864"/>
                  <a:pt x="5015" y="7543"/>
                  <a:pt x="4836" y="7311"/>
                </a:cubicBezTo>
                <a:lnTo>
                  <a:pt x="4569" y="6937"/>
                </a:lnTo>
                <a:close/>
                <a:moveTo>
                  <a:pt x="5372" y="0"/>
                </a:moveTo>
                <a:cubicBezTo>
                  <a:pt x="5251" y="0"/>
                  <a:pt x="5131" y="58"/>
                  <a:pt x="5068" y="174"/>
                </a:cubicBezTo>
                <a:lnTo>
                  <a:pt x="3552" y="2922"/>
                </a:lnTo>
                <a:lnTo>
                  <a:pt x="2659" y="1120"/>
                </a:lnTo>
                <a:cubicBezTo>
                  <a:pt x="2597" y="995"/>
                  <a:pt x="2472" y="933"/>
                  <a:pt x="2347" y="933"/>
                </a:cubicBezTo>
                <a:cubicBezTo>
                  <a:pt x="2222" y="933"/>
                  <a:pt x="2097" y="995"/>
                  <a:pt x="2035" y="1120"/>
                </a:cubicBezTo>
                <a:lnTo>
                  <a:pt x="108" y="5045"/>
                </a:lnTo>
                <a:cubicBezTo>
                  <a:pt x="1" y="5277"/>
                  <a:pt x="161" y="5545"/>
                  <a:pt x="429" y="5545"/>
                </a:cubicBezTo>
                <a:lnTo>
                  <a:pt x="1125" y="5545"/>
                </a:lnTo>
                <a:lnTo>
                  <a:pt x="822" y="5902"/>
                </a:lnTo>
                <a:cubicBezTo>
                  <a:pt x="643" y="6134"/>
                  <a:pt x="804" y="6473"/>
                  <a:pt x="1089" y="6473"/>
                </a:cubicBezTo>
                <a:lnTo>
                  <a:pt x="1446" y="6473"/>
                </a:lnTo>
                <a:lnTo>
                  <a:pt x="822" y="7311"/>
                </a:lnTo>
                <a:cubicBezTo>
                  <a:pt x="643" y="7543"/>
                  <a:pt x="804" y="7864"/>
                  <a:pt x="1089" y="7864"/>
                </a:cubicBezTo>
                <a:lnTo>
                  <a:pt x="1446" y="7864"/>
                </a:lnTo>
                <a:lnTo>
                  <a:pt x="822" y="8703"/>
                </a:lnTo>
                <a:cubicBezTo>
                  <a:pt x="643" y="8917"/>
                  <a:pt x="804" y="9256"/>
                  <a:pt x="1089" y="9256"/>
                </a:cubicBezTo>
                <a:lnTo>
                  <a:pt x="2481" y="9256"/>
                </a:lnTo>
                <a:lnTo>
                  <a:pt x="2481" y="9952"/>
                </a:lnTo>
                <a:lnTo>
                  <a:pt x="393" y="9952"/>
                </a:lnTo>
                <a:cubicBezTo>
                  <a:pt x="215" y="9952"/>
                  <a:pt x="54" y="10095"/>
                  <a:pt x="54" y="10291"/>
                </a:cubicBezTo>
                <a:cubicBezTo>
                  <a:pt x="54" y="10487"/>
                  <a:pt x="215" y="10648"/>
                  <a:pt x="393" y="10648"/>
                </a:cubicBezTo>
                <a:lnTo>
                  <a:pt x="10350" y="10648"/>
                </a:lnTo>
                <a:cubicBezTo>
                  <a:pt x="10528" y="10648"/>
                  <a:pt x="10689" y="10487"/>
                  <a:pt x="10689" y="10291"/>
                </a:cubicBezTo>
                <a:cubicBezTo>
                  <a:pt x="10689" y="10095"/>
                  <a:pt x="10528" y="9952"/>
                  <a:pt x="10350" y="9952"/>
                </a:cubicBezTo>
                <a:lnTo>
                  <a:pt x="8262" y="9952"/>
                </a:lnTo>
                <a:lnTo>
                  <a:pt x="8262" y="9256"/>
                </a:lnTo>
                <a:lnTo>
                  <a:pt x="9654" y="9256"/>
                </a:lnTo>
                <a:cubicBezTo>
                  <a:pt x="9939" y="9256"/>
                  <a:pt x="10100" y="8917"/>
                  <a:pt x="9921" y="8703"/>
                </a:cubicBezTo>
                <a:lnTo>
                  <a:pt x="9297" y="7864"/>
                </a:lnTo>
                <a:lnTo>
                  <a:pt x="9654" y="7864"/>
                </a:lnTo>
                <a:cubicBezTo>
                  <a:pt x="9939" y="7864"/>
                  <a:pt x="10100" y="7543"/>
                  <a:pt x="9921" y="7311"/>
                </a:cubicBezTo>
                <a:lnTo>
                  <a:pt x="9297" y="6473"/>
                </a:lnTo>
                <a:lnTo>
                  <a:pt x="9654" y="6473"/>
                </a:lnTo>
                <a:cubicBezTo>
                  <a:pt x="9939" y="6473"/>
                  <a:pt x="10100" y="6134"/>
                  <a:pt x="9921" y="5902"/>
                </a:cubicBezTo>
                <a:lnTo>
                  <a:pt x="9618" y="5545"/>
                </a:lnTo>
                <a:lnTo>
                  <a:pt x="10385" y="5545"/>
                </a:lnTo>
                <a:cubicBezTo>
                  <a:pt x="10635" y="5545"/>
                  <a:pt x="10814" y="5277"/>
                  <a:pt x="10689" y="5045"/>
                </a:cubicBezTo>
                <a:lnTo>
                  <a:pt x="8762" y="1120"/>
                </a:lnTo>
                <a:cubicBezTo>
                  <a:pt x="8699" y="995"/>
                  <a:pt x="8574" y="933"/>
                  <a:pt x="8449" y="933"/>
                </a:cubicBezTo>
                <a:cubicBezTo>
                  <a:pt x="8324" y="933"/>
                  <a:pt x="8200" y="995"/>
                  <a:pt x="8137" y="1120"/>
                </a:cubicBezTo>
                <a:lnTo>
                  <a:pt x="7227" y="2976"/>
                </a:lnTo>
                <a:lnTo>
                  <a:pt x="5675" y="174"/>
                </a:lnTo>
                <a:cubicBezTo>
                  <a:pt x="5612" y="58"/>
                  <a:pt x="5492" y="0"/>
                  <a:pt x="5372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45" name="Google Shape;1445;p63"/>
          <p:cNvGrpSpPr/>
          <p:nvPr/>
        </p:nvGrpSpPr>
        <p:grpSpPr>
          <a:xfrm>
            <a:off x="6617560" y="2602909"/>
            <a:ext cx="583810" cy="584029"/>
            <a:chOff x="2790950" y="2362025"/>
            <a:chExt cx="266775" cy="266875"/>
          </a:xfrm>
        </p:grpSpPr>
        <p:sp>
          <p:nvSpPr>
            <p:cNvPr id="1446" name="Google Shape;1446;p63"/>
            <p:cNvSpPr/>
            <p:nvPr/>
          </p:nvSpPr>
          <p:spPr>
            <a:xfrm>
              <a:off x="2930125" y="2541900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6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6"/>
                    <a:pt x="3016" y="339"/>
                  </a:cubicBezTo>
                  <a:cubicBezTo>
                    <a:pt x="3016" y="161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7" name="Google Shape;1447;p63"/>
            <p:cNvSpPr/>
            <p:nvPr/>
          </p:nvSpPr>
          <p:spPr>
            <a:xfrm>
              <a:off x="2970725" y="2576700"/>
              <a:ext cx="34800" cy="17400"/>
            </a:xfrm>
            <a:custGeom>
              <a:avLst/>
              <a:gdLst/>
              <a:ahLst/>
              <a:cxnLst/>
              <a:rect l="l" t="t" r="r" b="b"/>
              <a:pathLst>
                <a:path w="1392" h="696" extrusionOk="0">
                  <a:moveTo>
                    <a:pt x="339" y="0"/>
                  </a:moveTo>
                  <a:cubicBezTo>
                    <a:pt x="161" y="0"/>
                    <a:pt x="0" y="161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1053" y="696"/>
                  </a:lnTo>
                  <a:cubicBezTo>
                    <a:pt x="1231" y="696"/>
                    <a:pt x="1392" y="535"/>
                    <a:pt x="1392" y="339"/>
                  </a:cubicBezTo>
                  <a:cubicBezTo>
                    <a:pt x="1392" y="161"/>
                    <a:pt x="1231" y="0"/>
                    <a:pt x="1053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8" name="Google Shape;1448;p63"/>
            <p:cNvSpPr/>
            <p:nvPr/>
          </p:nvSpPr>
          <p:spPr>
            <a:xfrm>
              <a:off x="2790950" y="2362025"/>
              <a:ext cx="266775" cy="266875"/>
            </a:xfrm>
            <a:custGeom>
              <a:avLst/>
              <a:gdLst/>
              <a:ahLst/>
              <a:cxnLst/>
              <a:rect l="l" t="t" r="r" b="b"/>
              <a:pathLst>
                <a:path w="10671" h="10675" extrusionOk="0">
                  <a:moveTo>
                    <a:pt x="2427" y="2324"/>
                  </a:moveTo>
                  <a:cubicBezTo>
                    <a:pt x="3391" y="2324"/>
                    <a:pt x="4176" y="3092"/>
                    <a:pt x="4176" y="4055"/>
                  </a:cubicBezTo>
                  <a:cubicBezTo>
                    <a:pt x="4176" y="5019"/>
                    <a:pt x="3391" y="5804"/>
                    <a:pt x="2427" y="5804"/>
                  </a:cubicBezTo>
                  <a:cubicBezTo>
                    <a:pt x="1481" y="5804"/>
                    <a:pt x="696" y="5019"/>
                    <a:pt x="696" y="4055"/>
                  </a:cubicBezTo>
                  <a:cubicBezTo>
                    <a:pt x="696" y="3092"/>
                    <a:pt x="1481" y="2324"/>
                    <a:pt x="2427" y="2324"/>
                  </a:cubicBezTo>
                  <a:close/>
                  <a:moveTo>
                    <a:pt x="5219" y="696"/>
                  </a:moveTo>
                  <a:cubicBezTo>
                    <a:pt x="5309" y="696"/>
                    <a:pt x="5398" y="727"/>
                    <a:pt x="5460" y="790"/>
                  </a:cubicBezTo>
                  <a:lnTo>
                    <a:pt x="6888" y="2217"/>
                  </a:lnTo>
                  <a:cubicBezTo>
                    <a:pt x="6941" y="2289"/>
                    <a:pt x="7030" y="2324"/>
                    <a:pt x="7138" y="2324"/>
                  </a:cubicBezTo>
                  <a:lnTo>
                    <a:pt x="8244" y="2324"/>
                  </a:lnTo>
                  <a:cubicBezTo>
                    <a:pt x="9189" y="2324"/>
                    <a:pt x="9975" y="3092"/>
                    <a:pt x="9975" y="4055"/>
                  </a:cubicBezTo>
                  <a:cubicBezTo>
                    <a:pt x="9975" y="5019"/>
                    <a:pt x="9189" y="5804"/>
                    <a:pt x="8244" y="5804"/>
                  </a:cubicBezTo>
                  <a:lnTo>
                    <a:pt x="4140" y="5804"/>
                  </a:lnTo>
                  <a:cubicBezTo>
                    <a:pt x="4336" y="5607"/>
                    <a:pt x="4515" y="5358"/>
                    <a:pt x="4640" y="5108"/>
                  </a:cubicBezTo>
                  <a:lnTo>
                    <a:pt x="5906" y="5108"/>
                  </a:lnTo>
                  <a:cubicBezTo>
                    <a:pt x="6103" y="5108"/>
                    <a:pt x="6263" y="4947"/>
                    <a:pt x="6263" y="4751"/>
                  </a:cubicBezTo>
                  <a:cubicBezTo>
                    <a:pt x="6263" y="4555"/>
                    <a:pt x="6103" y="4412"/>
                    <a:pt x="5906" y="4412"/>
                  </a:cubicBezTo>
                  <a:lnTo>
                    <a:pt x="4854" y="4412"/>
                  </a:lnTo>
                  <a:cubicBezTo>
                    <a:pt x="4854" y="4287"/>
                    <a:pt x="4872" y="4180"/>
                    <a:pt x="4872" y="4055"/>
                  </a:cubicBezTo>
                  <a:cubicBezTo>
                    <a:pt x="4872" y="3377"/>
                    <a:pt x="4586" y="2753"/>
                    <a:pt x="4140" y="2324"/>
                  </a:cubicBezTo>
                  <a:lnTo>
                    <a:pt x="5157" y="2324"/>
                  </a:lnTo>
                  <a:cubicBezTo>
                    <a:pt x="5478" y="2324"/>
                    <a:pt x="5621" y="1950"/>
                    <a:pt x="5407" y="1718"/>
                  </a:cubicBezTo>
                  <a:lnTo>
                    <a:pt x="4979" y="1289"/>
                  </a:lnTo>
                  <a:cubicBezTo>
                    <a:pt x="4836" y="1147"/>
                    <a:pt x="4836" y="933"/>
                    <a:pt x="4979" y="790"/>
                  </a:cubicBezTo>
                  <a:cubicBezTo>
                    <a:pt x="5041" y="727"/>
                    <a:pt x="5130" y="696"/>
                    <a:pt x="5219" y="696"/>
                  </a:cubicBezTo>
                  <a:close/>
                  <a:moveTo>
                    <a:pt x="2427" y="6499"/>
                  </a:moveTo>
                  <a:cubicBezTo>
                    <a:pt x="3391" y="6499"/>
                    <a:pt x="4176" y="7285"/>
                    <a:pt x="4176" y="8230"/>
                  </a:cubicBezTo>
                  <a:cubicBezTo>
                    <a:pt x="4176" y="9194"/>
                    <a:pt x="3391" y="9979"/>
                    <a:pt x="2427" y="9979"/>
                  </a:cubicBezTo>
                  <a:cubicBezTo>
                    <a:pt x="1481" y="9979"/>
                    <a:pt x="696" y="9194"/>
                    <a:pt x="696" y="8230"/>
                  </a:cubicBezTo>
                  <a:cubicBezTo>
                    <a:pt x="696" y="7285"/>
                    <a:pt x="1481" y="6499"/>
                    <a:pt x="2427" y="6499"/>
                  </a:cubicBezTo>
                  <a:close/>
                  <a:moveTo>
                    <a:pt x="8244" y="6499"/>
                  </a:moveTo>
                  <a:cubicBezTo>
                    <a:pt x="9189" y="6499"/>
                    <a:pt x="9975" y="7285"/>
                    <a:pt x="9975" y="8230"/>
                  </a:cubicBezTo>
                  <a:cubicBezTo>
                    <a:pt x="9975" y="9194"/>
                    <a:pt x="9189" y="9979"/>
                    <a:pt x="8244" y="9979"/>
                  </a:cubicBezTo>
                  <a:lnTo>
                    <a:pt x="4140" y="9979"/>
                  </a:lnTo>
                  <a:cubicBezTo>
                    <a:pt x="4336" y="9783"/>
                    <a:pt x="4515" y="9551"/>
                    <a:pt x="4640" y="9283"/>
                  </a:cubicBezTo>
                  <a:lnTo>
                    <a:pt x="6138" y="9283"/>
                  </a:lnTo>
                  <a:cubicBezTo>
                    <a:pt x="6335" y="9283"/>
                    <a:pt x="6495" y="9122"/>
                    <a:pt x="6495" y="8926"/>
                  </a:cubicBezTo>
                  <a:cubicBezTo>
                    <a:pt x="6495" y="8748"/>
                    <a:pt x="6335" y="8587"/>
                    <a:pt x="6138" y="8587"/>
                  </a:cubicBezTo>
                  <a:lnTo>
                    <a:pt x="4854" y="8587"/>
                  </a:lnTo>
                  <a:cubicBezTo>
                    <a:pt x="4854" y="8462"/>
                    <a:pt x="4872" y="8355"/>
                    <a:pt x="4872" y="8230"/>
                  </a:cubicBezTo>
                  <a:cubicBezTo>
                    <a:pt x="4872" y="7552"/>
                    <a:pt x="4586" y="6946"/>
                    <a:pt x="4140" y="6499"/>
                  </a:cubicBezTo>
                  <a:close/>
                  <a:moveTo>
                    <a:pt x="5219" y="0"/>
                  </a:moveTo>
                  <a:cubicBezTo>
                    <a:pt x="4952" y="0"/>
                    <a:pt x="4684" y="103"/>
                    <a:pt x="4479" y="308"/>
                  </a:cubicBezTo>
                  <a:cubicBezTo>
                    <a:pt x="4104" y="665"/>
                    <a:pt x="4086" y="1218"/>
                    <a:pt x="4354" y="1628"/>
                  </a:cubicBezTo>
                  <a:lnTo>
                    <a:pt x="2427" y="1628"/>
                  </a:lnTo>
                  <a:cubicBezTo>
                    <a:pt x="1089" y="1628"/>
                    <a:pt x="0" y="2717"/>
                    <a:pt x="0" y="4055"/>
                  </a:cubicBezTo>
                  <a:cubicBezTo>
                    <a:pt x="0" y="4947"/>
                    <a:pt x="464" y="5714"/>
                    <a:pt x="1178" y="6143"/>
                  </a:cubicBezTo>
                  <a:cubicBezTo>
                    <a:pt x="464" y="6571"/>
                    <a:pt x="0" y="7356"/>
                    <a:pt x="0" y="8230"/>
                  </a:cubicBezTo>
                  <a:cubicBezTo>
                    <a:pt x="0" y="9586"/>
                    <a:pt x="1089" y="10675"/>
                    <a:pt x="2427" y="10675"/>
                  </a:cubicBezTo>
                  <a:lnTo>
                    <a:pt x="8244" y="10675"/>
                  </a:lnTo>
                  <a:cubicBezTo>
                    <a:pt x="9582" y="10675"/>
                    <a:pt x="10670" y="9586"/>
                    <a:pt x="10670" y="8230"/>
                  </a:cubicBezTo>
                  <a:cubicBezTo>
                    <a:pt x="10670" y="7356"/>
                    <a:pt x="10189" y="6571"/>
                    <a:pt x="9493" y="6143"/>
                  </a:cubicBezTo>
                  <a:cubicBezTo>
                    <a:pt x="10189" y="5714"/>
                    <a:pt x="10670" y="4947"/>
                    <a:pt x="10670" y="4055"/>
                  </a:cubicBezTo>
                  <a:cubicBezTo>
                    <a:pt x="10670" y="2717"/>
                    <a:pt x="9582" y="1628"/>
                    <a:pt x="8244" y="1628"/>
                  </a:cubicBezTo>
                  <a:lnTo>
                    <a:pt x="7280" y="1628"/>
                  </a:lnTo>
                  <a:lnTo>
                    <a:pt x="5960" y="308"/>
                  </a:lnTo>
                  <a:cubicBezTo>
                    <a:pt x="5755" y="103"/>
                    <a:pt x="5487" y="0"/>
                    <a:pt x="521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49" name="Google Shape;1449;p63"/>
            <p:cNvSpPr/>
            <p:nvPr/>
          </p:nvSpPr>
          <p:spPr>
            <a:xfrm>
              <a:off x="2825750" y="2541900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57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57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0" name="Google Shape;1450;p63"/>
            <p:cNvSpPr/>
            <p:nvPr/>
          </p:nvSpPr>
          <p:spPr>
            <a:xfrm>
              <a:off x="2930125" y="2437525"/>
              <a:ext cx="75400" cy="17425"/>
            </a:xfrm>
            <a:custGeom>
              <a:avLst/>
              <a:gdLst/>
              <a:ahLst/>
              <a:cxnLst/>
              <a:rect l="l" t="t" r="r" b="b"/>
              <a:pathLst>
                <a:path w="3016" h="697" extrusionOk="0">
                  <a:moveTo>
                    <a:pt x="339" y="0"/>
                  </a:moveTo>
                  <a:cubicBezTo>
                    <a:pt x="161" y="0"/>
                    <a:pt x="0" y="143"/>
                    <a:pt x="0" y="339"/>
                  </a:cubicBezTo>
                  <a:cubicBezTo>
                    <a:pt x="0" y="535"/>
                    <a:pt x="161" y="696"/>
                    <a:pt x="339" y="696"/>
                  </a:cubicBezTo>
                  <a:lnTo>
                    <a:pt x="2677" y="696"/>
                  </a:lnTo>
                  <a:cubicBezTo>
                    <a:pt x="2855" y="696"/>
                    <a:pt x="3016" y="535"/>
                    <a:pt x="3016" y="339"/>
                  </a:cubicBezTo>
                  <a:cubicBezTo>
                    <a:pt x="3016" y="143"/>
                    <a:pt x="2855" y="0"/>
                    <a:pt x="26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1" name="Google Shape;1451;p63"/>
            <p:cNvSpPr/>
            <p:nvPr/>
          </p:nvSpPr>
          <p:spPr>
            <a:xfrm>
              <a:off x="2970725" y="2472300"/>
              <a:ext cx="34800" cy="17425"/>
            </a:xfrm>
            <a:custGeom>
              <a:avLst/>
              <a:gdLst/>
              <a:ahLst/>
              <a:cxnLst/>
              <a:rect l="l" t="t" r="r" b="b"/>
              <a:pathLst>
                <a:path w="1392" h="697" extrusionOk="0">
                  <a:moveTo>
                    <a:pt x="339" y="1"/>
                  </a:moveTo>
                  <a:cubicBezTo>
                    <a:pt x="161" y="1"/>
                    <a:pt x="0" y="144"/>
                    <a:pt x="0" y="340"/>
                  </a:cubicBezTo>
                  <a:cubicBezTo>
                    <a:pt x="0" y="536"/>
                    <a:pt x="161" y="697"/>
                    <a:pt x="339" y="697"/>
                  </a:cubicBezTo>
                  <a:lnTo>
                    <a:pt x="1053" y="697"/>
                  </a:lnTo>
                  <a:cubicBezTo>
                    <a:pt x="1231" y="697"/>
                    <a:pt x="1392" y="536"/>
                    <a:pt x="1392" y="340"/>
                  </a:cubicBezTo>
                  <a:cubicBezTo>
                    <a:pt x="1392" y="144"/>
                    <a:pt x="1231" y="1"/>
                    <a:pt x="10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  <p:sp>
          <p:nvSpPr>
            <p:cNvPr id="1452" name="Google Shape;1452;p63"/>
            <p:cNvSpPr/>
            <p:nvPr/>
          </p:nvSpPr>
          <p:spPr>
            <a:xfrm>
              <a:off x="2825750" y="2437525"/>
              <a:ext cx="52200" cy="52200"/>
            </a:xfrm>
            <a:custGeom>
              <a:avLst/>
              <a:gdLst/>
              <a:ahLst/>
              <a:cxnLst/>
              <a:rect l="l" t="t" r="r" b="b"/>
              <a:pathLst>
                <a:path w="2088" h="2088" extrusionOk="0">
                  <a:moveTo>
                    <a:pt x="1035" y="696"/>
                  </a:moveTo>
                  <a:cubicBezTo>
                    <a:pt x="1231" y="696"/>
                    <a:pt x="1392" y="839"/>
                    <a:pt x="1392" y="1035"/>
                  </a:cubicBezTo>
                  <a:cubicBezTo>
                    <a:pt x="1392" y="1231"/>
                    <a:pt x="1231" y="1392"/>
                    <a:pt x="1035" y="1392"/>
                  </a:cubicBezTo>
                  <a:cubicBezTo>
                    <a:pt x="857" y="1392"/>
                    <a:pt x="696" y="1231"/>
                    <a:pt x="696" y="1035"/>
                  </a:cubicBezTo>
                  <a:cubicBezTo>
                    <a:pt x="696" y="839"/>
                    <a:pt x="857" y="696"/>
                    <a:pt x="1035" y="696"/>
                  </a:cubicBezTo>
                  <a:close/>
                  <a:moveTo>
                    <a:pt x="1035" y="0"/>
                  </a:moveTo>
                  <a:cubicBezTo>
                    <a:pt x="464" y="0"/>
                    <a:pt x="0" y="464"/>
                    <a:pt x="0" y="1035"/>
                  </a:cubicBezTo>
                  <a:cubicBezTo>
                    <a:pt x="0" y="1624"/>
                    <a:pt x="464" y="2088"/>
                    <a:pt x="1035" y="2088"/>
                  </a:cubicBezTo>
                  <a:cubicBezTo>
                    <a:pt x="1624" y="2088"/>
                    <a:pt x="2088" y="1624"/>
                    <a:pt x="2088" y="1035"/>
                  </a:cubicBezTo>
                  <a:cubicBezTo>
                    <a:pt x="2088" y="464"/>
                    <a:pt x="1624" y="0"/>
                    <a:pt x="10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chemeClr val="accent4"/>
                </a:solidFill>
              </a:endParaRPr>
            </a:p>
          </p:txBody>
        </p:sp>
      </p:grpSp>
      <p:sp>
        <p:nvSpPr>
          <p:cNvPr id="1453" name="Google Shape;1453;p63"/>
          <p:cNvSpPr/>
          <p:nvPr/>
        </p:nvSpPr>
        <p:spPr>
          <a:xfrm>
            <a:off x="4566298" y="2653680"/>
            <a:ext cx="595518" cy="482487"/>
          </a:xfrm>
          <a:custGeom>
            <a:avLst/>
            <a:gdLst/>
            <a:ahLst/>
            <a:cxnLst/>
            <a:rect l="l" t="t" r="r" b="b"/>
            <a:pathLst>
              <a:path w="10885" h="8819" extrusionOk="0">
                <a:moveTo>
                  <a:pt x="2534" y="932"/>
                </a:moveTo>
                <a:lnTo>
                  <a:pt x="3230" y="1860"/>
                </a:lnTo>
                <a:lnTo>
                  <a:pt x="1838" y="1860"/>
                </a:lnTo>
                <a:lnTo>
                  <a:pt x="2534" y="932"/>
                </a:lnTo>
                <a:close/>
                <a:moveTo>
                  <a:pt x="8333" y="932"/>
                </a:moveTo>
                <a:lnTo>
                  <a:pt x="9029" y="1860"/>
                </a:lnTo>
                <a:lnTo>
                  <a:pt x="7637" y="1860"/>
                </a:lnTo>
                <a:lnTo>
                  <a:pt x="8333" y="932"/>
                </a:lnTo>
                <a:close/>
                <a:moveTo>
                  <a:pt x="2534" y="2556"/>
                </a:moveTo>
                <a:lnTo>
                  <a:pt x="3587" y="3948"/>
                </a:lnTo>
                <a:lnTo>
                  <a:pt x="1499" y="3948"/>
                </a:lnTo>
                <a:lnTo>
                  <a:pt x="2534" y="2556"/>
                </a:lnTo>
                <a:close/>
                <a:moveTo>
                  <a:pt x="8333" y="2556"/>
                </a:moveTo>
                <a:lnTo>
                  <a:pt x="9386" y="3948"/>
                </a:lnTo>
                <a:lnTo>
                  <a:pt x="7298" y="3948"/>
                </a:lnTo>
                <a:lnTo>
                  <a:pt x="8333" y="2556"/>
                </a:lnTo>
                <a:close/>
                <a:moveTo>
                  <a:pt x="2891" y="4644"/>
                </a:moveTo>
                <a:lnTo>
                  <a:pt x="3926" y="6035"/>
                </a:lnTo>
                <a:lnTo>
                  <a:pt x="1142" y="6035"/>
                </a:lnTo>
                <a:lnTo>
                  <a:pt x="2195" y="4644"/>
                </a:lnTo>
                <a:close/>
                <a:moveTo>
                  <a:pt x="8690" y="4644"/>
                </a:moveTo>
                <a:lnTo>
                  <a:pt x="9725" y="6035"/>
                </a:lnTo>
                <a:lnTo>
                  <a:pt x="6941" y="6035"/>
                </a:lnTo>
                <a:lnTo>
                  <a:pt x="7994" y="4644"/>
                </a:lnTo>
                <a:close/>
                <a:moveTo>
                  <a:pt x="2891" y="6731"/>
                </a:moveTo>
                <a:lnTo>
                  <a:pt x="2891" y="8123"/>
                </a:lnTo>
                <a:lnTo>
                  <a:pt x="2195" y="8123"/>
                </a:lnTo>
                <a:lnTo>
                  <a:pt x="2195" y="6731"/>
                </a:lnTo>
                <a:close/>
                <a:moveTo>
                  <a:pt x="8690" y="6731"/>
                </a:moveTo>
                <a:lnTo>
                  <a:pt x="8690" y="8123"/>
                </a:lnTo>
                <a:lnTo>
                  <a:pt x="7994" y="8123"/>
                </a:lnTo>
                <a:lnTo>
                  <a:pt x="7994" y="6731"/>
                </a:lnTo>
                <a:close/>
                <a:moveTo>
                  <a:pt x="2534" y="0"/>
                </a:moveTo>
                <a:cubicBezTo>
                  <a:pt x="2427" y="0"/>
                  <a:pt x="2320" y="49"/>
                  <a:pt x="2249" y="147"/>
                </a:cubicBezTo>
                <a:lnTo>
                  <a:pt x="857" y="2003"/>
                </a:lnTo>
                <a:cubicBezTo>
                  <a:pt x="696" y="2235"/>
                  <a:pt x="857" y="2556"/>
                  <a:pt x="1142" y="2556"/>
                </a:cubicBezTo>
                <a:lnTo>
                  <a:pt x="1660" y="2556"/>
                </a:lnTo>
                <a:lnTo>
                  <a:pt x="518" y="4091"/>
                </a:lnTo>
                <a:cubicBezTo>
                  <a:pt x="339" y="4323"/>
                  <a:pt x="500" y="4644"/>
                  <a:pt x="803" y="4644"/>
                </a:cubicBezTo>
                <a:lnTo>
                  <a:pt x="1321" y="4644"/>
                </a:lnTo>
                <a:lnTo>
                  <a:pt x="161" y="6178"/>
                </a:lnTo>
                <a:cubicBezTo>
                  <a:pt x="0" y="6410"/>
                  <a:pt x="161" y="6731"/>
                  <a:pt x="446" y="6731"/>
                </a:cubicBezTo>
                <a:lnTo>
                  <a:pt x="1499" y="6731"/>
                </a:lnTo>
                <a:lnTo>
                  <a:pt x="1499" y="8123"/>
                </a:lnTo>
                <a:lnTo>
                  <a:pt x="1142" y="8123"/>
                </a:lnTo>
                <a:cubicBezTo>
                  <a:pt x="946" y="8123"/>
                  <a:pt x="803" y="8284"/>
                  <a:pt x="803" y="8480"/>
                </a:cubicBezTo>
                <a:cubicBezTo>
                  <a:pt x="803" y="8658"/>
                  <a:pt x="946" y="8819"/>
                  <a:pt x="1142" y="8819"/>
                </a:cubicBezTo>
                <a:lnTo>
                  <a:pt x="9725" y="8819"/>
                </a:lnTo>
                <a:cubicBezTo>
                  <a:pt x="9921" y="8819"/>
                  <a:pt x="10081" y="8658"/>
                  <a:pt x="10081" y="8480"/>
                </a:cubicBezTo>
                <a:cubicBezTo>
                  <a:pt x="10081" y="8284"/>
                  <a:pt x="9921" y="8123"/>
                  <a:pt x="9725" y="8123"/>
                </a:cubicBezTo>
                <a:lnTo>
                  <a:pt x="9386" y="8123"/>
                </a:lnTo>
                <a:lnTo>
                  <a:pt x="9386" y="6731"/>
                </a:lnTo>
                <a:lnTo>
                  <a:pt x="10420" y="6731"/>
                </a:lnTo>
                <a:cubicBezTo>
                  <a:pt x="10706" y="6731"/>
                  <a:pt x="10884" y="6410"/>
                  <a:pt x="10706" y="6178"/>
                </a:cubicBezTo>
                <a:lnTo>
                  <a:pt x="9546" y="4644"/>
                </a:lnTo>
                <a:lnTo>
                  <a:pt x="10081" y="4644"/>
                </a:lnTo>
                <a:cubicBezTo>
                  <a:pt x="10367" y="4644"/>
                  <a:pt x="10528" y="4323"/>
                  <a:pt x="10349" y="4091"/>
                </a:cubicBezTo>
                <a:lnTo>
                  <a:pt x="9207" y="2556"/>
                </a:lnTo>
                <a:lnTo>
                  <a:pt x="9725" y="2556"/>
                </a:lnTo>
                <a:cubicBezTo>
                  <a:pt x="10010" y="2556"/>
                  <a:pt x="10171" y="2235"/>
                  <a:pt x="10010" y="2003"/>
                </a:cubicBezTo>
                <a:lnTo>
                  <a:pt x="8618" y="147"/>
                </a:lnTo>
                <a:cubicBezTo>
                  <a:pt x="8547" y="49"/>
                  <a:pt x="8440" y="0"/>
                  <a:pt x="8335" y="0"/>
                </a:cubicBezTo>
                <a:cubicBezTo>
                  <a:pt x="8230" y="0"/>
                  <a:pt x="8128" y="49"/>
                  <a:pt x="8065" y="147"/>
                </a:cubicBezTo>
                <a:lnTo>
                  <a:pt x="6673" y="2003"/>
                </a:lnTo>
                <a:cubicBezTo>
                  <a:pt x="6495" y="2235"/>
                  <a:pt x="6656" y="2556"/>
                  <a:pt x="6941" y="2556"/>
                </a:cubicBezTo>
                <a:lnTo>
                  <a:pt x="7459" y="2556"/>
                </a:lnTo>
                <a:lnTo>
                  <a:pt x="6317" y="4091"/>
                </a:lnTo>
                <a:cubicBezTo>
                  <a:pt x="6138" y="4323"/>
                  <a:pt x="6317" y="4644"/>
                  <a:pt x="6602" y="4644"/>
                </a:cubicBezTo>
                <a:lnTo>
                  <a:pt x="7120" y="4644"/>
                </a:lnTo>
                <a:lnTo>
                  <a:pt x="5978" y="6178"/>
                </a:lnTo>
                <a:cubicBezTo>
                  <a:pt x="5799" y="6410"/>
                  <a:pt x="5960" y="6731"/>
                  <a:pt x="6245" y="6731"/>
                </a:cubicBezTo>
                <a:lnTo>
                  <a:pt x="7298" y="6731"/>
                </a:lnTo>
                <a:lnTo>
                  <a:pt x="7298" y="8123"/>
                </a:lnTo>
                <a:lnTo>
                  <a:pt x="3587" y="8123"/>
                </a:lnTo>
                <a:lnTo>
                  <a:pt x="3587" y="6731"/>
                </a:lnTo>
                <a:lnTo>
                  <a:pt x="4622" y="6731"/>
                </a:lnTo>
                <a:cubicBezTo>
                  <a:pt x="4907" y="6731"/>
                  <a:pt x="5068" y="6410"/>
                  <a:pt x="4907" y="6178"/>
                </a:cubicBezTo>
                <a:lnTo>
                  <a:pt x="3747" y="4644"/>
                </a:lnTo>
                <a:lnTo>
                  <a:pt x="4283" y="4644"/>
                </a:lnTo>
                <a:cubicBezTo>
                  <a:pt x="4568" y="4644"/>
                  <a:pt x="4729" y="4323"/>
                  <a:pt x="4550" y="4091"/>
                </a:cubicBezTo>
                <a:lnTo>
                  <a:pt x="3408" y="2556"/>
                </a:lnTo>
                <a:lnTo>
                  <a:pt x="3926" y="2556"/>
                </a:lnTo>
                <a:cubicBezTo>
                  <a:pt x="4211" y="2556"/>
                  <a:pt x="4372" y="2235"/>
                  <a:pt x="4211" y="2003"/>
                </a:cubicBezTo>
                <a:lnTo>
                  <a:pt x="2819" y="147"/>
                </a:lnTo>
                <a:cubicBezTo>
                  <a:pt x="2748" y="49"/>
                  <a:pt x="2641" y="0"/>
                  <a:pt x="2534" y="0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accent4"/>
              </a:solidFill>
            </a:endParaRPr>
          </a:p>
        </p:txBody>
      </p:sp>
      <p:grpSp>
        <p:nvGrpSpPr>
          <p:cNvPr id="1454" name="Google Shape;1454;p63"/>
          <p:cNvGrpSpPr/>
          <p:nvPr/>
        </p:nvGrpSpPr>
        <p:grpSpPr>
          <a:xfrm rot="515396">
            <a:off x="7473076" y="789300"/>
            <a:ext cx="1026725" cy="757704"/>
            <a:chOff x="6409858" y="765723"/>
            <a:chExt cx="1553730" cy="1146624"/>
          </a:xfrm>
        </p:grpSpPr>
        <p:grpSp>
          <p:nvGrpSpPr>
            <p:cNvPr id="1455" name="Google Shape;1455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6" name="Google Shape;1456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58" name="Google Shape;1458;p63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459" name="Google Shape;1459;p63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3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3" name="Google Shape;1443;p63">
            <a:extLst>
              <a:ext uri="{FF2B5EF4-FFF2-40B4-BE49-F238E27FC236}">
                <a16:creationId xmlns:a16="http://schemas.microsoft.com/office/drawing/2014/main" id="{8086B052-88F4-4EE9-8247-EF39A774ECB6}"/>
              </a:ext>
            </a:extLst>
          </p:cNvPr>
          <p:cNvSpPr txBox="1"/>
          <p:nvPr/>
        </p:nvSpPr>
        <p:spPr>
          <a:xfrm>
            <a:off x="1873294" y="1604444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Classes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4" name="Google Shape;1443;p63">
            <a:extLst>
              <a:ext uri="{FF2B5EF4-FFF2-40B4-BE49-F238E27FC236}">
                <a16:creationId xmlns:a16="http://schemas.microsoft.com/office/drawing/2014/main" id="{5DB90E77-17E2-49CC-B398-1B0103EF824E}"/>
              </a:ext>
            </a:extLst>
          </p:cNvPr>
          <p:cNvSpPr txBox="1"/>
          <p:nvPr/>
        </p:nvSpPr>
        <p:spPr>
          <a:xfrm>
            <a:off x="3871281" y="3276418"/>
            <a:ext cx="1958665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Single Method Return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  <p:sp>
        <p:nvSpPr>
          <p:cNvPr id="35" name="Google Shape;1443;p63">
            <a:extLst>
              <a:ext uri="{FF2B5EF4-FFF2-40B4-BE49-F238E27FC236}">
                <a16:creationId xmlns:a16="http://schemas.microsoft.com/office/drawing/2014/main" id="{C34CCEE4-C9AD-4DD2-9096-B8369937DB96}"/>
              </a:ext>
            </a:extLst>
          </p:cNvPr>
          <p:cNvSpPr txBox="1"/>
          <p:nvPr/>
        </p:nvSpPr>
        <p:spPr>
          <a:xfrm>
            <a:off x="5990786" y="1604443"/>
            <a:ext cx="1837358" cy="81901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highlight>
                  <a:srgbClr val="000000"/>
                </a:highlight>
                <a:latin typeface="Special Elite"/>
                <a:ea typeface="Special Elite"/>
                <a:cs typeface="Special Elite"/>
                <a:sym typeface="Special Elite"/>
              </a:rPr>
              <a:t>Void, non-void methods</a:t>
            </a:r>
            <a:endParaRPr sz="2200" b="1" dirty="0">
              <a:solidFill>
                <a:srgbClr val="FFFFFF"/>
              </a:solidFill>
              <a:highlight>
                <a:srgbClr val="000000"/>
              </a:highlight>
              <a:latin typeface="Special Elite"/>
              <a:ea typeface="Special Elite"/>
              <a:cs typeface="Special Elite"/>
              <a:sym typeface="Special Elite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5" name="Google Shape;1015;p50"/>
          <p:cNvSpPr txBox="1">
            <a:spLocks noGrp="1"/>
          </p:cNvSpPr>
          <p:nvPr>
            <p:ph type="subTitle" idx="5"/>
          </p:nvPr>
        </p:nvSpPr>
        <p:spPr>
          <a:xfrm>
            <a:off x="344665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6" name="Google Shape;1016;p50"/>
          <p:cNvSpPr txBox="1">
            <a:spLocks noGrp="1"/>
          </p:cNvSpPr>
          <p:nvPr>
            <p:ph type="subTitle" idx="6"/>
          </p:nvPr>
        </p:nvSpPr>
        <p:spPr>
          <a:xfrm>
            <a:off x="6173375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Methods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7" name="Google Shape;1017;p50"/>
          <p:cNvSpPr txBox="1">
            <a:spLocks noGrp="1"/>
          </p:cNvSpPr>
          <p:nvPr>
            <p:ph type="subTitle" idx="7"/>
          </p:nvPr>
        </p:nvSpPr>
        <p:spPr>
          <a:xfrm>
            <a:off x="344665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Using UML for Documentation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8" name="Google Shape;1018;p50"/>
          <p:cNvSpPr txBox="1">
            <a:spLocks noGrp="1"/>
          </p:cNvSpPr>
          <p:nvPr>
            <p:ph type="subTitle" idx="8"/>
          </p:nvPr>
        </p:nvSpPr>
        <p:spPr>
          <a:xfrm>
            <a:off x="6073422" y="3006475"/>
            <a:ext cx="2350553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19" name="Google Shape;1019;p50"/>
          <p:cNvSpPr txBox="1">
            <a:spLocks noGrp="1"/>
          </p:cNvSpPr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SKILLS</a:t>
            </a:r>
            <a:endParaRPr dirty="0"/>
          </a:p>
        </p:txBody>
      </p:sp>
      <p:sp>
        <p:nvSpPr>
          <p:cNvPr id="1022" name="Google Shape;1022;p50"/>
          <p:cNvSpPr txBox="1">
            <a:spLocks noGrp="1"/>
          </p:cNvSpPr>
          <p:nvPr>
            <p:ph type="subTitle" idx="14"/>
          </p:nvPr>
        </p:nvSpPr>
        <p:spPr>
          <a:xfrm>
            <a:off x="720000" y="12765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>
                <a:solidFill>
                  <a:schemeClr val="tx1"/>
                </a:solidFill>
                <a:highlight>
                  <a:srgbClr val="00FFFF"/>
                </a:highlight>
              </a:rPr>
              <a:t>Creating Classes</a:t>
            </a: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sp>
        <p:nvSpPr>
          <p:cNvPr id="1023" name="Google Shape;1023;p50"/>
          <p:cNvSpPr txBox="1">
            <a:spLocks noGrp="1"/>
          </p:cNvSpPr>
          <p:nvPr>
            <p:ph type="subTitle" idx="15"/>
          </p:nvPr>
        </p:nvSpPr>
        <p:spPr>
          <a:xfrm>
            <a:off x="720000" y="3006475"/>
            <a:ext cx="2250600" cy="881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tx1"/>
              </a:solidFill>
              <a:highlight>
                <a:srgbClr val="00FFFF"/>
              </a:highlight>
            </a:endParaRPr>
          </a:p>
        </p:txBody>
      </p:sp>
      <p:grpSp>
        <p:nvGrpSpPr>
          <p:cNvPr id="1024" name="Google Shape;1024;p50"/>
          <p:cNvGrpSpPr/>
          <p:nvPr/>
        </p:nvGrpSpPr>
        <p:grpSpPr>
          <a:xfrm rot="-1523066">
            <a:off x="107751" y="828933"/>
            <a:ext cx="863325" cy="637118"/>
            <a:chOff x="6409858" y="765723"/>
            <a:chExt cx="1553730" cy="1146624"/>
          </a:xfrm>
        </p:grpSpPr>
        <p:grpSp>
          <p:nvGrpSpPr>
            <p:cNvPr id="1025" name="Google Shape;102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6" name="Google Shape;102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27" name="Google Shape;102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28" name="Google Shape;1028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29" name="Google Shape;1029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662C26">
                  <a:alpha val="31279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0" name="Google Shape;1030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031" name="Google Shape;1031;p50"/>
          <p:cNvGrpSpPr/>
          <p:nvPr/>
        </p:nvGrpSpPr>
        <p:grpSpPr>
          <a:xfrm rot="221632">
            <a:off x="8102977" y="103945"/>
            <a:ext cx="926083" cy="683432"/>
            <a:chOff x="6409858" y="765723"/>
            <a:chExt cx="1553730" cy="1146624"/>
          </a:xfrm>
        </p:grpSpPr>
        <p:grpSp>
          <p:nvGrpSpPr>
            <p:cNvPr id="1032" name="Google Shape;1032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3" name="Google Shape;1033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4" name="Google Shape;1034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035" name="Google Shape;1035;p50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1036" name="Google Shape;1036;p50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037" name="Google Shape;1037;p50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ABC6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1" name="Google Shape;641;p44"/>
          <p:cNvSpPr/>
          <p:nvPr/>
        </p:nvSpPr>
        <p:spPr>
          <a:xfrm rot="-134914">
            <a:off x="1563609" y="807838"/>
            <a:ext cx="6208781" cy="3359283"/>
          </a:xfrm>
          <a:prstGeom prst="rect">
            <a:avLst/>
          </a:prstGeom>
          <a:solidFill>
            <a:schemeClr val="accent6"/>
          </a:solidFill>
          <a:ln>
            <a:noFill/>
          </a:ln>
          <a:effectLst>
            <a:outerShdw blurRad="85725" dist="19050" dir="180000" algn="bl" rotWithShape="0">
              <a:schemeClr val="dk1">
                <a:alpha val="97000"/>
              </a:scheme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2" name="Google Shape;642;p44"/>
          <p:cNvSpPr/>
          <p:nvPr/>
        </p:nvSpPr>
        <p:spPr>
          <a:xfrm rot="2663860" flipH="1">
            <a:off x="6735478" y="354975"/>
            <a:ext cx="1475679" cy="983526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3" name="Google Shape;643;p44"/>
          <p:cNvSpPr/>
          <p:nvPr/>
        </p:nvSpPr>
        <p:spPr>
          <a:xfrm rot="-8012153" flipH="1">
            <a:off x="1147366" y="3624392"/>
            <a:ext cx="1475728" cy="983543"/>
          </a:xfrm>
          <a:custGeom>
            <a:avLst/>
            <a:gdLst/>
            <a:ahLst/>
            <a:cxnLst/>
            <a:rect l="l" t="t" r="r" b="b"/>
            <a:pathLst>
              <a:path w="12430" h="7994" extrusionOk="0">
                <a:moveTo>
                  <a:pt x="1355" y="0"/>
                </a:moveTo>
                <a:lnTo>
                  <a:pt x="1623" y="596"/>
                </a:lnTo>
                <a:lnTo>
                  <a:pt x="1266" y="834"/>
                </a:lnTo>
                <a:lnTo>
                  <a:pt x="1295" y="1325"/>
                </a:lnTo>
                <a:lnTo>
                  <a:pt x="908" y="1906"/>
                </a:lnTo>
                <a:lnTo>
                  <a:pt x="908" y="2278"/>
                </a:lnTo>
                <a:lnTo>
                  <a:pt x="789" y="2546"/>
                </a:lnTo>
                <a:lnTo>
                  <a:pt x="506" y="2739"/>
                </a:lnTo>
                <a:lnTo>
                  <a:pt x="596" y="3364"/>
                </a:lnTo>
                <a:lnTo>
                  <a:pt x="0" y="3856"/>
                </a:lnTo>
                <a:lnTo>
                  <a:pt x="10866" y="7994"/>
                </a:lnTo>
                <a:lnTo>
                  <a:pt x="11194" y="7026"/>
                </a:lnTo>
                <a:lnTo>
                  <a:pt x="11149" y="6460"/>
                </a:lnTo>
                <a:lnTo>
                  <a:pt x="11745" y="6148"/>
                </a:lnTo>
                <a:lnTo>
                  <a:pt x="11506" y="5404"/>
                </a:lnTo>
                <a:lnTo>
                  <a:pt x="11879" y="5240"/>
                </a:lnTo>
                <a:lnTo>
                  <a:pt x="11923" y="4734"/>
                </a:lnTo>
                <a:lnTo>
                  <a:pt x="12429" y="4213"/>
                </a:lnTo>
                <a:lnTo>
                  <a:pt x="1355" y="0"/>
                </a:lnTo>
                <a:close/>
              </a:path>
            </a:pathLst>
          </a:custGeom>
          <a:solidFill>
            <a:schemeClr val="accent3"/>
          </a:solidFill>
          <a:ln w="38100" cap="flat" cmpd="sng">
            <a:solidFill>
              <a:schemeClr val="accent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4" name="Google Shape;644;p44"/>
          <p:cNvSpPr txBox="1">
            <a:spLocks noGrp="1"/>
          </p:cNvSpPr>
          <p:nvPr>
            <p:ph type="title"/>
          </p:nvPr>
        </p:nvSpPr>
        <p:spPr>
          <a:xfrm>
            <a:off x="1800450" y="1073925"/>
            <a:ext cx="5543100" cy="17694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r>
              <a:rPr lang="en-US" altLang="en-US" sz="9600" dirty="0"/>
              <a:t>Chapter 5</a:t>
            </a:r>
            <a:endParaRPr dirty="0"/>
          </a:p>
        </p:txBody>
      </p:sp>
      <p:sp>
        <p:nvSpPr>
          <p:cNvPr id="645" name="Google Shape;645;p44"/>
          <p:cNvSpPr txBox="1">
            <a:spLocks noGrp="1"/>
          </p:cNvSpPr>
          <p:nvPr>
            <p:ph type="subTitle" idx="1"/>
          </p:nvPr>
        </p:nvSpPr>
        <p:spPr>
          <a:xfrm>
            <a:off x="2622675" y="2884950"/>
            <a:ext cx="3898800" cy="1032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-US" sz="3200" b="1" dirty="0"/>
              <a:t>The Details</a:t>
            </a:r>
            <a:endParaRPr sz="3200" b="1" dirty="0"/>
          </a:p>
        </p:txBody>
      </p:sp>
      <p:grpSp>
        <p:nvGrpSpPr>
          <p:cNvPr id="646" name="Google Shape;646;p44"/>
          <p:cNvGrpSpPr/>
          <p:nvPr/>
        </p:nvGrpSpPr>
        <p:grpSpPr>
          <a:xfrm rot="386298" flipH="1">
            <a:off x="7232349" y="2425299"/>
            <a:ext cx="1348767" cy="2347183"/>
            <a:chOff x="5128299" y="1737793"/>
            <a:chExt cx="1422782" cy="2475987"/>
          </a:xfrm>
        </p:grpSpPr>
        <p:grpSp>
          <p:nvGrpSpPr>
            <p:cNvPr id="647" name="Google Shape;647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48" name="Google Shape;648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49" name="Google Shape;649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0" name="Google Shape;650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1" name="Google Shape;651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2" name="Google Shape;652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3" name="Google Shape;653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6" name="Google Shape;656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7" name="Google Shape;657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8" name="Google Shape;658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9" name="Google Shape;659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0" name="Google Shape;660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661" name="Google Shape;661;p44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662" name="Google Shape;662;p44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3" name="Google Shape;663;p44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4" name="Google Shape;664;p44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5" name="Google Shape;665;p44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6" name="Google Shape;666;p44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7" name="Google Shape;667;p44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8" name="Google Shape;668;p44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69" name="Google Shape;669;p44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4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4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4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4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4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146455949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Using Only One Single Return</a:t>
            </a:r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12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093769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Multiple return Statements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 method should have more than one return statement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Multiple return statements should be avoided</a:t>
            </a:r>
          </a:p>
          <a:p>
            <a:pPr marL="139700" indent="0"/>
            <a:r>
              <a:rPr lang="en-US" sz="2600" b="1" dirty="0"/>
              <a:t>    if (x &gt; 0)</a:t>
            </a:r>
          </a:p>
          <a:p>
            <a:pPr marL="139700" indent="0"/>
            <a:r>
              <a:rPr lang="en-US" sz="2600" b="1" dirty="0"/>
              <a:t>         return x;</a:t>
            </a:r>
          </a:p>
          <a:p>
            <a:pPr marL="139700" indent="0"/>
            <a:r>
              <a:rPr lang="en-US" sz="2600" b="1" dirty="0"/>
              <a:t>    else</a:t>
            </a:r>
          </a:p>
          <a:p>
            <a:pPr marL="139700" indent="0"/>
            <a:r>
              <a:rPr lang="en-US" sz="2600" b="1" dirty="0"/>
              <a:t>         return 0;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67116138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a Single return Statement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is a better way to code that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Change this to</a:t>
            </a:r>
          </a:p>
          <a:p>
            <a:pPr marL="139700" indent="0"/>
            <a:r>
              <a:rPr lang="en-US" sz="2600" b="1" dirty="0"/>
              <a:t>    int answer = 0;</a:t>
            </a:r>
          </a:p>
          <a:p>
            <a:pPr marL="139700" indent="0"/>
            <a:r>
              <a:rPr lang="en-US" sz="2600" b="1" dirty="0"/>
              <a:t>    if (x &gt; 0)</a:t>
            </a:r>
          </a:p>
          <a:p>
            <a:pPr marL="139700" indent="0"/>
            <a:r>
              <a:rPr lang="en-US" sz="2600" b="1" dirty="0"/>
              <a:t>          answer = x;</a:t>
            </a:r>
          </a:p>
          <a:p>
            <a:pPr marL="139700" indent="0"/>
            <a:r>
              <a:rPr lang="en-US" sz="2600" b="1" dirty="0"/>
              <a:t>    return answer;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96703473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Methods That Do Tasks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13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88202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Methods that Do Tasks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the second kind of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kind of method only does a task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does not return an answer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are asked to sweep the floor, do you come back and say 34.6?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If you are asked to do the dishes, do you say 0.3487?</a:t>
            </a:r>
          </a:p>
        </p:txBody>
      </p:sp>
    </p:spTree>
    <p:extLst>
      <p:ext uri="{BB962C8B-B14F-4D97-AF65-F5344CB8AC3E}">
        <p14:creationId xmlns:p14="http://schemas.microsoft.com/office/powerpoint/2010/main" val="167059592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Void Methods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14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584946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Using the Type void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void is a type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It’s a way of saying “No type”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Methods can be of type void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They don’t have return statements because they don’t have to return an answer</a:t>
            </a:r>
          </a:p>
        </p:txBody>
      </p:sp>
    </p:spTree>
    <p:extLst>
      <p:ext uri="{BB962C8B-B14F-4D97-AF65-F5344CB8AC3E}">
        <p14:creationId xmlns:p14="http://schemas.microsoft.com/office/powerpoint/2010/main" val="278035224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Void Methods—An Example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15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7717792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An Example of a void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want to print a dollar and cent amount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would like to use a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Let’s call the method </a:t>
            </a:r>
            <a:r>
              <a:rPr lang="en-US" sz="2800" b="1" dirty="0" err="1"/>
              <a:t>printCurrency</a:t>
            </a:r>
            <a:endParaRPr lang="en-US" sz="28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Notice that the method only prints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doesn’t need to return an answer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3658478255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493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public void </a:t>
            </a:r>
            <a:r>
              <a:rPr lang="en-US" sz="2600" b="1" dirty="0" err="1"/>
              <a:t>printCurrency</a:t>
            </a:r>
            <a:r>
              <a:rPr lang="en-US" sz="2600" b="1" dirty="0"/>
              <a:t> (double amount)</a:t>
            </a:r>
          </a:p>
          <a:p>
            <a:pPr marL="139700" indent="0"/>
            <a:r>
              <a:rPr lang="en-US" sz="2600" b="1" dirty="0"/>
              <a:t>{</a:t>
            </a:r>
          </a:p>
          <a:p>
            <a:pPr marL="139700" indent="0"/>
            <a:r>
              <a:rPr lang="en-US" sz="2600" b="1" dirty="0"/>
              <a:t>	</a:t>
            </a:r>
            <a:r>
              <a:rPr lang="en-US" sz="2600" b="1" dirty="0" err="1"/>
              <a:t>System.out.printf</a:t>
            </a:r>
            <a:r>
              <a:rPr lang="en-US" sz="2600" b="1" dirty="0"/>
              <a:t> (“$%.2f\n”, amount);</a:t>
            </a:r>
          </a:p>
          <a:p>
            <a:pPr marL="139700" indent="0"/>
            <a:r>
              <a:rPr lang="en-US" sz="2600" b="1" dirty="0"/>
              <a:t>}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600" b="1" dirty="0"/>
              <a:t>Notice the lack of a return statement </a:t>
            </a:r>
          </a:p>
        </p:txBody>
      </p:sp>
    </p:spTree>
    <p:extLst>
      <p:ext uri="{BB962C8B-B14F-4D97-AF65-F5344CB8AC3E}">
        <p14:creationId xmlns:p14="http://schemas.microsoft.com/office/powerpoint/2010/main" val="30427726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516551" cy="590038"/>
          </a:xfrm>
        </p:spPr>
        <p:txBody>
          <a:bodyPr/>
          <a:lstStyle/>
          <a:p>
            <a:pPr algn="l"/>
            <a:r>
              <a:rPr lang="en-US" sz="3300" dirty="0"/>
              <a:t>A Method That Calls Our 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public class </a:t>
            </a:r>
            <a:r>
              <a:rPr lang="en-US" sz="2600" b="1" dirty="0" err="1"/>
              <a:t>MethodExample</a:t>
            </a:r>
            <a:endParaRPr lang="en-US" sz="2600" b="1" dirty="0"/>
          </a:p>
          <a:p>
            <a:pPr marL="139700" indent="0"/>
            <a:r>
              <a:rPr lang="en-US" sz="2600" b="1" dirty="0"/>
              <a:t>{</a:t>
            </a:r>
          </a:p>
          <a:p>
            <a:pPr marL="139700" indent="0"/>
            <a:r>
              <a:rPr lang="en-US" sz="2600" b="1" dirty="0"/>
              <a:t>     public static void main (String [] </a:t>
            </a:r>
            <a:r>
              <a:rPr lang="en-US" sz="2600" b="1" dirty="0" err="1"/>
              <a:t>args</a:t>
            </a:r>
            <a:r>
              <a:rPr lang="en-US" sz="2600" b="1" dirty="0"/>
              <a:t>)</a:t>
            </a:r>
          </a:p>
          <a:p>
            <a:pPr marL="139700" indent="0"/>
            <a:r>
              <a:rPr lang="en-US" sz="2600" b="1" dirty="0"/>
              <a:t>     {</a:t>
            </a:r>
          </a:p>
          <a:p>
            <a:pPr marL="139700" indent="0"/>
            <a:r>
              <a:rPr lang="en-US" sz="2600" b="1" dirty="0"/>
              <a:t>          double cost = 17.35;</a:t>
            </a:r>
          </a:p>
          <a:p>
            <a:pPr marL="139700" indent="0"/>
            <a:r>
              <a:rPr lang="en-US" sz="2600" b="1" dirty="0"/>
              <a:t>          </a:t>
            </a:r>
            <a:r>
              <a:rPr lang="en-US" sz="2600" b="1" dirty="0" err="1"/>
              <a:t>printCurrency</a:t>
            </a:r>
            <a:r>
              <a:rPr lang="en-US" sz="2600" b="1" dirty="0"/>
              <a:t> (cost);</a:t>
            </a:r>
          </a:p>
          <a:p>
            <a:pPr marL="139700" indent="0"/>
            <a:r>
              <a:rPr lang="en-US" sz="2600" b="1" dirty="0"/>
              <a:t>     }</a:t>
            </a:r>
          </a:p>
          <a:p>
            <a:pPr marL="139700" indent="0"/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4999423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How This Works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JVM will get to the line</a:t>
            </a:r>
          </a:p>
          <a:p>
            <a:pPr marL="596900" lvl="1" indent="0" algn="l"/>
            <a:r>
              <a:rPr lang="en-US" sz="2600" b="1" dirty="0"/>
              <a:t>     </a:t>
            </a:r>
            <a:r>
              <a:rPr lang="en-US" sz="2600" b="1" dirty="0" err="1"/>
              <a:t>printCurrency</a:t>
            </a:r>
            <a:r>
              <a:rPr lang="en-US" sz="2600" b="1" dirty="0"/>
              <a:t> (value);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First, it will copy the value of the variable “cost” to the variable “amount”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Then, it will execute the instructions in the </a:t>
            </a:r>
            <a:r>
              <a:rPr lang="en-US" sz="2800" b="1" dirty="0" err="1"/>
              <a:t>printCurrency</a:t>
            </a:r>
            <a:r>
              <a:rPr lang="en-US" sz="2800" b="1" dirty="0"/>
              <a:t>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will cause it to print  	$17.35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04544284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737655" cy="590038"/>
          </a:xfrm>
        </p:spPr>
        <p:txBody>
          <a:bodyPr/>
          <a:lstStyle/>
          <a:p>
            <a:pPr algn="l"/>
            <a:r>
              <a:rPr lang="en-US" sz="3300" dirty="0"/>
              <a:t>Another Example of Calling a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139700" indent="0"/>
            <a:r>
              <a:rPr lang="en-US" sz="2600" b="1" dirty="0"/>
              <a:t>public class </a:t>
            </a:r>
            <a:r>
              <a:rPr lang="en-US" sz="2600" b="1" dirty="0" err="1"/>
              <a:t>MethodExample</a:t>
            </a:r>
            <a:endParaRPr lang="en-US" sz="2600" b="1" dirty="0"/>
          </a:p>
          <a:p>
            <a:pPr marL="139700" indent="0"/>
            <a:r>
              <a:rPr lang="en-US" sz="2600" b="1" dirty="0"/>
              <a:t>{</a:t>
            </a:r>
          </a:p>
          <a:p>
            <a:pPr marL="139700" indent="0"/>
            <a:r>
              <a:rPr lang="en-US" sz="2600" b="1" dirty="0"/>
              <a:t>      public static void main (String [] </a:t>
            </a:r>
            <a:r>
              <a:rPr lang="en-US" sz="2600" b="1" dirty="0" err="1"/>
              <a:t>args</a:t>
            </a:r>
            <a:r>
              <a:rPr lang="en-US" sz="2600" b="1" dirty="0"/>
              <a:t>)</a:t>
            </a:r>
          </a:p>
          <a:p>
            <a:pPr marL="139700" indent="0"/>
            <a:r>
              <a:rPr lang="en-US" sz="2600" b="1" dirty="0"/>
              <a:t>      {</a:t>
            </a:r>
          </a:p>
          <a:p>
            <a:pPr marL="139700" indent="0"/>
            <a:r>
              <a:rPr lang="en-US" sz="2600" b="1" dirty="0"/>
              <a:t>            </a:t>
            </a:r>
            <a:r>
              <a:rPr lang="en-US" sz="2600" b="1" dirty="0" err="1"/>
              <a:t>printCurrency</a:t>
            </a:r>
            <a:r>
              <a:rPr lang="en-US" sz="2600" b="1" dirty="0"/>
              <a:t> (10.15);</a:t>
            </a:r>
          </a:p>
          <a:p>
            <a:pPr marL="139700" indent="0"/>
            <a:r>
              <a:rPr lang="en-US" sz="2600" b="1" dirty="0"/>
              <a:t>            </a:t>
            </a:r>
            <a:r>
              <a:rPr lang="en-US" sz="2600" b="1" dirty="0" err="1"/>
              <a:t>printCurrency</a:t>
            </a:r>
            <a:r>
              <a:rPr lang="en-US" sz="2600" b="1" dirty="0"/>
              <a:t> (7.09);</a:t>
            </a:r>
          </a:p>
          <a:p>
            <a:pPr marL="139700" indent="0"/>
            <a:r>
              <a:rPr lang="en-US" sz="2600" b="1" dirty="0"/>
              <a:t>            </a:t>
            </a:r>
            <a:r>
              <a:rPr lang="en-US" sz="2600" b="1" dirty="0" err="1"/>
              <a:t>printCurrency</a:t>
            </a:r>
            <a:r>
              <a:rPr lang="en-US" sz="2600" b="1" dirty="0"/>
              <a:t> (1398.10);</a:t>
            </a:r>
          </a:p>
          <a:p>
            <a:pPr marL="139700" indent="0"/>
            <a:r>
              <a:rPr lang="en-US" sz="2600" b="1" dirty="0"/>
              <a:t>       }</a:t>
            </a:r>
          </a:p>
          <a:p>
            <a:pPr marL="139700" indent="0"/>
            <a:r>
              <a:rPr lang="en-US" sz="2600" b="1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3641919122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Running this Example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When we run this program, it will print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$10.15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$7.09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$1398.10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endParaRPr lang="en-US" sz="2600" b="1" dirty="0"/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can use the method over and over to print dollar amounts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6320866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More Vocabulary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16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2190677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Vocabulary for Using a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say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main() called </a:t>
            </a:r>
            <a:r>
              <a:rPr lang="en-US" sz="2600" b="1" dirty="0" err="1"/>
              <a:t>printCurrency</a:t>
            </a:r>
            <a:endParaRPr lang="en-US" sz="2600" b="1" dirty="0"/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main() invoked </a:t>
            </a:r>
            <a:r>
              <a:rPr lang="en-US" sz="2600" b="1" dirty="0" err="1"/>
              <a:t>printCurrency</a:t>
            </a:r>
            <a:endParaRPr lang="en-US" sz="2600" b="1" dirty="0"/>
          </a:p>
        </p:txBody>
      </p:sp>
    </p:spTree>
    <p:extLst>
      <p:ext uri="{BB962C8B-B14F-4D97-AF65-F5344CB8AC3E}">
        <p14:creationId xmlns:p14="http://schemas.microsoft.com/office/powerpoint/2010/main" val="299919630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Summary:</a:t>
            </a:r>
            <a:br>
              <a:rPr lang="en-US" sz="3500" dirty="0"/>
            </a:br>
            <a:r>
              <a:rPr lang="en-US" sz="3500" dirty="0"/>
              <a:t>Creating Methods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17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3027495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Steps for Creating a Method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654050" indent="-514350">
              <a:buFont typeface="+mj-lt"/>
              <a:buAutoNum type="arabicPeriod"/>
            </a:pPr>
            <a:r>
              <a:rPr lang="en-US" sz="2800" b="1" dirty="0"/>
              <a:t>Decide specifically what the method has to do</a:t>
            </a:r>
          </a:p>
          <a:p>
            <a:pPr marL="654050" indent="-514350">
              <a:buFont typeface="+mj-lt"/>
              <a:buAutoNum type="arabicPeriod"/>
            </a:pPr>
            <a:r>
              <a:rPr lang="en-US" sz="2800" b="1" dirty="0"/>
              <a:t>Decide what must be returned</a:t>
            </a:r>
          </a:p>
          <a:p>
            <a:pPr marL="1111250" lvl="1" indent="-514350" algn="l">
              <a:buFont typeface="Arial" panose="020B0604020202020204" pitchFamily="34" charset="0"/>
              <a:buChar char="•"/>
            </a:pPr>
            <a:r>
              <a:rPr lang="en-US" sz="2800" b="1" dirty="0"/>
              <a:t>Void vs. Non-void method</a:t>
            </a:r>
          </a:p>
          <a:p>
            <a:pPr marL="654050" indent="-514350">
              <a:buFont typeface="+mj-lt"/>
              <a:buAutoNum type="arabicPeriod"/>
            </a:pPr>
            <a:r>
              <a:rPr lang="en-US" sz="2800" b="1" dirty="0"/>
              <a:t>Decide on the arguments</a:t>
            </a:r>
          </a:p>
          <a:p>
            <a:pPr marL="654050" indent="-514350">
              <a:buFont typeface="+mj-lt"/>
              <a:buAutoNum type="arabicPeriod"/>
            </a:pPr>
            <a:r>
              <a:rPr lang="en-US" sz="2800" b="1" dirty="0"/>
              <a:t>Give the method a name</a:t>
            </a:r>
          </a:p>
        </p:txBody>
      </p:sp>
    </p:spTree>
    <p:extLst>
      <p:ext uri="{BB962C8B-B14F-4D97-AF65-F5344CB8AC3E}">
        <p14:creationId xmlns:p14="http://schemas.microsoft.com/office/powerpoint/2010/main" val="224975087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Methods Are Very Valuable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18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521924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Value of Methods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Here we see one advantage of a method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method can be called over and over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don’t have to rewrite all those </a:t>
            </a:r>
            <a:r>
              <a:rPr lang="en-US" sz="2800" b="1" dirty="0" err="1"/>
              <a:t>printf</a:t>
            </a:r>
            <a:r>
              <a:rPr lang="en-US" sz="2800" b="1" dirty="0"/>
              <a:t> statements every time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just “reuse” the method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We say a method is reusable</a:t>
            </a:r>
          </a:p>
        </p:txBody>
      </p:sp>
    </p:spTree>
    <p:extLst>
      <p:ext uri="{BB962C8B-B14F-4D97-AF65-F5344CB8AC3E}">
        <p14:creationId xmlns:p14="http://schemas.microsoft.com/office/powerpoint/2010/main" val="63375413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The Benefits of Using Modules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Every computer language has some kind of module</a:t>
            </a:r>
          </a:p>
          <a:p>
            <a:pPr marL="1054100" lvl="1" indent="-457200">
              <a:buFont typeface="Arial" panose="020B0604020202020204" pitchFamily="34" charset="0"/>
              <a:buChar char="•"/>
            </a:pPr>
            <a:r>
              <a:rPr lang="en-US" sz="2600" b="1" dirty="0"/>
              <a:t>For us modules means methods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See the PowerPoint about Modular Programming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endParaRPr lang="en-US" sz="2800" b="1" dirty="0"/>
          </a:p>
        </p:txBody>
      </p:sp>
    </p:spTree>
    <p:extLst>
      <p:ext uri="{BB962C8B-B14F-4D97-AF65-F5344CB8AC3E}">
        <p14:creationId xmlns:p14="http://schemas.microsoft.com/office/powerpoint/2010/main" val="2140484293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Unit Testing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19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80220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Unit Testing-A Modular Idea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chapter also talks about unit testing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Unit testing is an idea based on the modular approach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It says that to test a program you just test the modules (units) that make it up</a:t>
            </a:r>
          </a:p>
        </p:txBody>
      </p:sp>
    </p:spTree>
    <p:extLst>
      <p:ext uri="{BB962C8B-B14F-4D97-AF65-F5344CB8AC3E}">
        <p14:creationId xmlns:p14="http://schemas.microsoft.com/office/powerpoint/2010/main" val="1443471440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36" name="Google Shape;1636;p67"/>
          <p:cNvGrpSpPr/>
          <p:nvPr/>
        </p:nvGrpSpPr>
        <p:grpSpPr>
          <a:xfrm rot="542090">
            <a:off x="2566635" y="223028"/>
            <a:ext cx="4442388" cy="4190582"/>
            <a:chOff x="5855313" y="1674179"/>
            <a:chExt cx="623033" cy="601295"/>
          </a:xfrm>
        </p:grpSpPr>
        <p:sp>
          <p:nvSpPr>
            <p:cNvPr id="1637" name="Google Shape;1637;p67"/>
            <p:cNvSpPr/>
            <p:nvPr/>
          </p:nvSpPr>
          <p:spPr>
            <a:xfrm>
              <a:off x="5855313" y="1786474"/>
              <a:ext cx="623033" cy="489000"/>
            </a:xfrm>
            <a:custGeom>
              <a:avLst/>
              <a:gdLst/>
              <a:ahLst/>
              <a:cxnLst/>
              <a:rect l="l" t="t" r="r" b="b"/>
              <a:pathLst>
                <a:path w="19977" h="19560" extrusionOk="0">
                  <a:moveTo>
                    <a:pt x="19039" y="1"/>
                  </a:moveTo>
                  <a:lnTo>
                    <a:pt x="1" y="953"/>
                  </a:lnTo>
                  <a:lnTo>
                    <a:pt x="939" y="19560"/>
                  </a:lnTo>
                  <a:lnTo>
                    <a:pt x="1102" y="19321"/>
                  </a:lnTo>
                  <a:lnTo>
                    <a:pt x="1281" y="19530"/>
                  </a:lnTo>
                  <a:lnTo>
                    <a:pt x="1445" y="19307"/>
                  </a:lnTo>
                  <a:lnTo>
                    <a:pt x="1623" y="19500"/>
                  </a:lnTo>
                  <a:lnTo>
                    <a:pt x="1787" y="19277"/>
                  </a:lnTo>
                  <a:lnTo>
                    <a:pt x="1966" y="19485"/>
                  </a:lnTo>
                  <a:lnTo>
                    <a:pt x="2115" y="19262"/>
                  </a:lnTo>
                  <a:lnTo>
                    <a:pt x="2293" y="19470"/>
                  </a:lnTo>
                  <a:lnTo>
                    <a:pt x="2457" y="19247"/>
                  </a:lnTo>
                  <a:lnTo>
                    <a:pt x="2636" y="19455"/>
                  </a:lnTo>
                  <a:lnTo>
                    <a:pt x="2799" y="19232"/>
                  </a:lnTo>
                  <a:lnTo>
                    <a:pt x="2978" y="19441"/>
                  </a:lnTo>
                  <a:lnTo>
                    <a:pt x="3127" y="19217"/>
                  </a:lnTo>
                  <a:lnTo>
                    <a:pt x="3320" y="19441"/>
                  </a:lnTo>
                  <a:lnTo>
                    <a:pt x="3484" y="19202"/>
                  </a:lnTo>
                  <a:lnTo>
                    <a:pt x="3663" y="19411"/>
                  </a:lnTo>
                  <a:lnTo>
                    <a:pt x="3826" y="19188"/>
                  </a:lnTo>
                  <a:lnTo>
                    <a:pt x="4005" y="19381"/>
                  </a:lnTo>
                  <a:lnTo>
                    <a:pt x="4154" y="19158"/>
                  </a:lnTo>
                  <a:lnTo>
                    <a:pt x="4347" y="19366"/>
                  </a:lnTo>
                  <a:lnTo>
                    <a:pt x="4496" y="19143"/>
                  </a:lnTo>
                  <a:lnTo>
                    <a:pt x="4675" y="19351"/>
                  </a:lnTo>
                  <a:lnTo>
                    <a:pt x="4838" y="19128"/>
                  </a:lnTo>
                  <a:lnTo>
                    <a:pt x="5017" y="19336"/>
                  </a:lnTo>
                  <a:lnTo>
                    <a:pt x="5166" y="19113"/>
                  </a:lnTo>
                  <a:lnTo>
                    <a:pt x="5359" y="19321"/>
                  </a:lnTo>
                  <a:lnTo>
                    <a:pt x="5508" y="19098"/>
                  </a:lnTo>
                  <a:lnTo>
                    <a:pt x="5702" y="19307"/>
                  </a:lnTo>
                  <a:lnTo>
                    <a:pt x="5866" y="19083"/>
                  </a:lnTo>
                  <a:lnTo>
                    <a:pt x="6044" y="19292"/>
                  </a:lnTo>
                  <a:lnTo>
                    <a:pt x="6208" y="19068"/>
                  </a:lnTo>
                  <a:lnTo>
                    <a:pt x="6387" y="19262"/>
                  </a:lnTo>
                  <a:lnTo>
                    <a:pt x="6535" y="19039"/>
                  </a:lnTo>
                  <a:lnTo>
                    <a:pt x="6714" y="19247"/>
                  </a:lnTo>
                  <a:lnTo>
                    <a:pt x="6878" y="19024"/>
                  </a:lnTo>
                  <a:lnTo>
                    <a:pt x="7056" y="19232"/>
                  </a:lnTo>
                  <a:lnTo>
                    <a:pt x="7220" y="19009"/>
                  </a:lnTo>
                  <a:lnTo>
                    <a:pt x="7399" y="19217"/>
                  </a:lnTo>
                  <a:lnTo>
                    <a:pt x="7548" y="18994"/>
                  </a:lnTo>
                  <a:lnTo>
                    <a:pt x="7726" y="19202"/>
                  </a:lnTo>
                  <a:lnTo>
                    <a:pt x="7890" y="18979"/>
                  </a:lnTo>
                  <a:lnTo>
                    <a:pt x="8083" y="19188"/>
                  </a:lnTo>
                  <a:lnTo>
                    <a:pt x="8247" y="18964"/>
                  </a:lnTo>
                  <a:lnTo>
                    <a:pt x="8426" y="19158"/>
                  </a:lnTo>
                  <a:lnTo>
                    <a:pt x="8575" y="18934"/>
                  </a:lnTo>
                  <a:lnTo>
                    <a:pt x="8768" y="19143"/>
                  </a:lnTo>
                  <a:lnTo>
                    <a:pt x="8917" y="18920"/>
                  </a:lnTo>
                  <a:lnTo>
                    <a:pt x="9096" y="19128"/>
                  </a:lnTo>
                  <a:lnTo>
                    <a:pt x="9259" y="18905"/>
                  </a:lnTo>
                  <a:lnTo>
                    <a:pt x="9438" y="19113"/>
                  </a:lnTo>
                  <a:lnTo>
                    <a:pt x="9587" y="18890"/>
                  </a:lnTo>
                  <a:lnTo>
                    <a:pt x="9765" y="19098"/>
                  </a:lnTo>
                  <a:lnTo>
                    <a:pt x="9929" y="18875"/>
                  </a:lnTo>
                  <a:lnTo>
                    <a:pt x="10108" y="19083"/>
                  </a:lnTo>
                  <a:lnTo>
                    <a:pt x="10271" y="18860"/>
                  </a:lnTo>
                  <a:lnTo>
                    <a:pt x="10450" y="19068"/>
                  </a:lnTo>
                  <a:lnTo>
                    <a:pt x="10629" y="18845"/>
                  </a:lnTo>
                  <a:lnTo>
                    <a:pt x="10807" y="19039"/>
                  </a:lnTo>
                  <a:lnTo>
                    <a:pt x="10956" y="18815"/>
                  </a:lnTo>
                  <a:lnTo>
                    <a:pt x="11135" y="19024"/>
                  </a:lnTo>
                  <a:lnTo>
                    <a:pt x="11298" y="18801"/>
                  </a:lnTo>
                  <a:lnTo>
                    <a:pt x="11477" y="19009"/>
                  </a:lnTo>
                  <a:lnTo>
                    <a:pt x="11641" y="18786"/>
                  </a:lnTo>
                  <a:lnTo>
                    <a:pt x="11819" y="18994"/>
                  </a:lnTo>
                  <a:lnTo>
                    <a:pt x="11968" y="18771"/>
                  </a:lnTo>
                  <a:lnTo>
                    <a:pt x="12147" y="18979"/>
                  </a:lnTo>
                  <a:lnTo>
                    <a:pt x="12311" y="18756"/>
                  </a:lnTo>
                  <a:lnTo>
                    <a:pt x="12489" y="18964"/>
                  </a:lnTo>
                  <a:lnTo>
                    <a:pt x="12653" y="18741"/>
                  </a:lnTo>
                  <a:lnTo>
                    <a:pt x="12832" y="18949"/>
                  </a:lnTo>
                  <a:lnTo>
                    <a:pt x="12995" y="18726"/>
                  </a:lnTo>
                  <a:lnTo>
                    <a:pt x="13174" y="18920"/>
                  </a:lnTo>
                  <a:lnTo>
                    <a:pt x="13338" y="18696"/>
                  </a:lnTo>
                  <a:lnTo>
                    <a:pt x="13516" y="18905"/>
                  </a:lnTo>
                  <a:lnTo>
                    <a:pt x="13680" y="18681"/>
                  </a:lnTo>
                  <a:lnTo>
                    <a:pt x="13859" y="18890"/>
                  </a:lnTo>
                  <a:lnTo>
                    <a:pt x="14008" y="18667"/>
                  </a:lnTo>
                  <a:lnTo>
                    <a:pt x="14186" y="18875"/>
                  </a:lnTo>
                  <a:lnTo>
                    <a:pt x="14350" y="18652"/>
                  </a:lnTo>
                  <a:lnTo>
                    <a:pt x="14529" y="18860"/>
                  </a:lnTo>
                  <a:lnTo>
                    <a:pt x="14692" y="18637"/>
                  </a:lnTo>
                  <a:lnTo>
                    <a:pt x="14871" y="18845"/>
                  </a:lnTo>
                  <a:lnTo>
                    <a:pt x="15020" y="18622"/>
                  </a:lnTo>
                  <a:lnTo>
                    <a:pt x="15213" y="18830"/>
                  </a:lnTo>
                  <a:lnTo>
                    <a:pt x="15377" y="18592"/>
                  </a:lnTo>
                  <a:lnTo>
                    <a:pt x="15556" y="18801"/>
                  </a:lnTo>
                  <a:lnTo>
                    <a:pt x="15719" y="18577"/>
                  </a:lnTo>
                  <a:lnTo>
                    <a:pt x="15898" y="18786"/>
                  </a:lnTo>
                  <a:lnTo>
                    <a:pt x="16062" y="18562"/>
                  </a:lnTo>
                  <a:lnTo>
                    <a:pt x="16240" y="18771"/>
                  </a:lnTo>
                  <a:lnTo>
                    <a:pt x="16389" y="18547"/>
                  </a:lnTo>
                  <a:lnTo>
                    <a:pt x="16568" y="18756"/>
                  </a:lnTo>
                  <a:lnTo>
                    <a:pt x="16731" y="18533"/>
                  </a:lnTo>
                  <a:lnTo>
                    <a:pt x="16910" y="18741"/>
                  </a:lnTo>
                  <a:lnTo>
                    <a:pt x="17074" y="18518"/>
                  </a:lnTo>
                  <a:lnTo>
                    <a:pt x="17252" y="18726"/>
                  </a:lnTo>
                  <a:lnTo>
                    <a:pt x="17401" y="18503"/>
                  </a:lnTo>
                  <a:lnTo>
                    <a:pt x="17595" y="18711"/>
                  </a:lnTo>
                  <a:lnTo>
                    <a:pt x="17759" y="18473"/>
                  </a:lnTo>
                  <a:lnTo>
                    <a:pt x="17937" y="18681"/>
                  </a:lnTo>
                  <a:lnTo>
                    <a:pt x="18101" y="18458"/>
                  </a:lnTo>
                  <a:lnTo>
                    <a:pt x="18279" y="18667"/>
                  </a:lnTo>
                  <a:lnTo>
                    <a:pt x="18428" y="18443"/>
                  </a:lnTo>
                  <a:lnTo>
                    <a:pt x="18607" y="18652"/>
                  </a:lnTo>
                  <a:lnTo>
                    <a:pt x="18771" y="18428"/>
                  </a:lnTo>
                  <a:lnTo>
                    <a:pt x="18949" y="18637"/>
                  </a:lnTo>
                  <a:lnTo>
                    <a:pt x="19113" y="18414"/>
                  </a:lnTo>
                  <a:lnTo>
                    <a:pt x="19292" y="18622"/>
                  </a:lnTo>
                  <a:lnTo>
                    <a:pt x="19441" y="18399"/>
                  </a:lnTo>
                  <a:lnTo>
                    <a:pt x="19619" y="18607"/>
                  </a:lnTo>
                  <a:lnTo>
                    <a:pt x="19783" y="18384"/>
                  </a:lnTo>
                  <a:lnTo>
                    <a:pt x="19976" y="18592"/>
                  </a:lnTo>
                  <a:lnTo>
                    <a:pt x="19976" y="18592"/>
                  </a:lnTo>
                  <a:lnTo>
                    <a:pt x="19039" y="1"/>
                  </a:lnTo>
                  <a:close/>
                </a:path>
              </a:pathLst>
            </a:custGeom>
            <a:solidFill>
              <a:schemeClr val="accent6"/>
            </a:solidFill>
            <a:ln>
              <a:noFill/>
            </a:ln>
            <a:effectLst>
              <a:outerShdw blurRad="85725" dist="19050" dir="180000" algn="bl" rotWithShape="0">
                <a:schemeClr val="dk1">
                  <a:alpha val="50000"/>
                </a:scheme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638" name="Google Shape;1638;p67"/>
            <p:cNvSpPr/>
            <p:nvPr/>
          </p:nvSpPr>
          <p:spPr>
            <a:xfrm rot="830811" flipH="1">
              <a:off x="5988163" y="1708127"/>
              <a:ext cx="300976" cy="142393"/>
            </a:xfrm>
            <a:custGeom>
              <a:avLst/>
              <a:gdLst/>
              <a:ahLst/>
              <a:cxnLst/>
              <a:rect l="l" t="t" r="r" b="b"/>
              <a:pathLst>
                <a:path w="12430" h="7994" extrusionOk="0">
                  <a:moveTo>
                    <a:pt x="1355" y="0"/>
                  </a:moveTo>
                  <a:lnTo>
                    <a:pt x="1623" y="596"/>
                  </a:lnTo>
                  <a:lnTo>
                    <a:pt x="1266" y="834"/>
                  </a:lnTo>
                  <a:lnTo>
                    <a:pt x="1295" y="1325"/>
                  </a:lnTo>
                  <a:lnTo>
                    <a:pt x="908" y="1906"/>
                  </a:lnTo>
                  <a:lnTo>
                    <a:pt x="908" y="2278"/>
                  </a:lnTo>
                  <a:lnTo>
                    <a:pt x="789" y="2546"/>
                  </a:lnTo>
                  <a:lnTo>
                    <a:pt x="506" y="2739"/>
                  </a:lnTo>
                  <a:lnTo>
                    <a:pt x="596" y="3364"/>
                  </a:lnTo>
                  <a:lnTo>
                    <a:pt x="0" y="3856"/>
                  </a:lnTo>
                  <a:lnTo>
                    <a:pt x="10866" y="7994"/>
                  </a:lnTo>
                  <a:lnTo>
                    <a:pt x="11194" y="7026"/>
                  </a:lnTo>
                  <a:lnTo>
                    <a:pt x="11149" y="6460"/>
                  </a:lnTo>
                  <a:lnTo>
                    <a:pt x="11745" y="6148"/>
                  </a:lnTo>
                  <a:lnTo>
                    <a:pt x="11506" y="5404"/>
                  </a:lnTo>
                  <a:lnTo>
                    <a:pt x="11879" y="5240"/>
                  </a:lnTo>
                  <a:lnTo>
                    <a:pt x="11923" y="4734"/>
                  </a:lnTo>
                  <a:lnTo>
                    <a:pt x="12429" y="4213"/>
                  </a:lnTo>
                  <a:lnTo>
                    <a:pt x="1355" y="0"/>
                  </a:lnTo>
                  <a:close/>
                </a:path>
              </a:pathLst>
            </a:custGeom>
            <a:solidFill>
              <a:schemeClr val="accent5"/>
            </a:solidFill>
            <a:ln w="38100" cap="flat" cmpd="sng">
              <a:solidFill>
                <a:schemeClr val="accent6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639" name="Google Shape;1639;p67"/>
          <p:cNvSpPr txBox="1">
            <a:spLocks noGrp="1"/>
          </p:cNvSpPr>
          <p:nvPr>
            <p:ph type="title"/>
          </p:nvPr>
        </p:nvSpPr>
        <p:spPr>
          <a:xfrm rot="401543">
            <a:off x="2755530" y="1957633"/>
            <a:ext cx="3912862" cy="1232784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500" dirty="0"/>
              <a:t>Illustrating a Class--UML</a:t>
            </a:r>
            <a:endParaRPr sz="3500" dirty="0"/>
          </a:p>
        </p:txBody>
      </p:sp>
      <p:sp>
        <p:nvSpPr>
          <p:cNvPr id="1640" name="Google Shape;1640;p67"/>
          <p:cNvSpPr txBox="1">
            <a:spLocks noGrp="1"/>
          </p:cNvSpPr>
          <p:nvPr>
            <p:ph type="title" idx="2"/>
          </p:nvPr>
        </p:nvSpPr>
        <p:spPr>
          <a:xfrm rot="403209">
            <a:off x="3987485" y="1281516"/>
            <a:ext cx="1169032" cy="744337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20</a:t>
            </a:r>
            <a:endParaRPr dirty="0"/>
          </a:p>
        </p:txBody>
      </p:sp>
      <p:grpSp>
        <p:nvGrpSpPr>
          <p:cNvPr id="230" name="Google Shape;2026;p72">
            <a:extLst>
              <a:ext uri="{FF2B5EF4-FFF2-40B4-BE49-F238E27FC236}">
                <a16:creationId xmlns:a16="http://schemas.microsoft.com/office/drawing/2014/main" id="{107B0DFF-6726-47EA-936C-5EEDE0DE8CE9}"/>
              </a:ext>
            </a:extLst>
          </p:cNvPr>
          <p:cNvGrpSpPr/>
          <p:nvPr/>
        </p:nvGrpSpPr>
        <p:grpSpPr>
          <a:xfrm>
            <a:off x="1593852" y="3168442"/>
            <a:ext cx="1553721" cy="1506233"/>
            <a:chOff x="6638195" y="3138529"/>
            <a:chExt cx="1765191" cy="1711239"/>
          </a:xfrm>
        </p:grpSpPr>
        <p:grpSp>
          <p:nvGrpSpPr>
            <p:cNvPr id="231" name="Google Shape;2027;p72">
              <a:extLst>
                <a:ext uri="{FF2B5EF4-FFF2-40B4-BE49-F238E27FC236}">
                  <a16:creationId xmlns:a16="http://schemas.microsoft.com/office/drawing/2014/main" id="{EBAB620D-1688-4E6F-AA86-97529124124C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42" name="Google Shape;2028;p72">
                <a:extLst>
                  <a:ext uri="{FF2B5EF4-FFF2-40B4-BE49-F238E27FC236}">
                    <a16:creationId xmlns:a16="http://schemas.microsoft.com/office/drawing/2014/main" id="{5B284CFA-EFE1-4B38-86A7-75583AD83B50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9" name="Google Shape;2029;p72">
                  <a:extLst>
                    <a:ext uri="{FF2B5EF4-FFF2-40B4-BE49-F238E27FC236}">
                      <a16:creationId xmlns:a16="http://schemas.microsoft.com/office/drawing/2014/main" id="{ADE1AD22-21EC-46D9-836D-E26143427A7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50" name="Google Shape;2030;p72">
                  <a:extLst>
                    <a:ext uri="{FF2B5EF4-FFF2-40B4-BE49-F238E27FC236}">
                      <a16:creationId xmlns:a16="http://schemas.microsoft.com/office/drawing/2014/main" id="{13B2F0A7-E0ED-4472-A20F-818E27381873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3" name="Google Shape;2031;p72">
                <a:extLst>
                  <a:ext uri="{FF2B5EF4-FFF2-40B4-BE49-F238E27FC236}">
                    <a16:creationId xmlns:a16="http://schemas.microsoft.com/office/drawing/2014/main" id="{F58FF24F-589B-4C3B-BCBD-7CE1D7C78772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47" name="Google Shape;2032;p72">
                  <a:extLst>
                    <a:ext uri="{FF2B5EF4-FFF2-40B4-BE49-F238E27FC236}">
                      <a16:creationId xmlns:a16="http://schemas.microsoft.com/office/drawing/2014/main" id="{EFCB9CD2-AAC9-4D36-A752-2155440E387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8" name="Google Shape;2033;p72">
                  <a:extLst>
                    <a:ext uri="{FF2B5EF4-FFF2-40B4-BE49-F238E27FC236}">
                      <a16:creationId xmlns:a16="http://schemas.microsoft.com/office/drawing/2014/main" id="{D2E831CA-86F1-4BB8-9068-24D5059F2E04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44" name="Google Shape;2034;p72">
                <a:extLst>
                  <a:ext uri="{FF2B5EF4-FFF2-40B4-BE49-F238E27FC236}">
                    <a16:creationId xmlns:a16="http://schemas.microsoft.com/office/drawing/2014/main" id="{82792F1D-C499-4B57-9F1C-32A4B8C9F80C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45" name="Google Shape;2035;p72">
                  <a:extLst>
                    <a:ext uri="{FF2B5EF4-FFF2-40B4-BE49-F238E27FC236}">
                      <a16:creationId xmlns:a16="http://schemas.microsoft.com/office/drawing/2014/main" id="{3ECE127F-836B-4095-A092-B9E3B53C5F49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6" name="Google Shape;2036;p72">
                  <a:extLst>
                    <a:ext uri="{FF2B5EF4-FFF2-40B4-BE49-F238E27FC236}">
                      <a16:creationId xmlns:a16="http://schemas.microsoft.com/office/drawing/2014/main" id="{BDFF5C98-856D-4C58-9B77-AA30D329363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chemeClr val="accent6"/>
                </a:solidFill>
                <a:ln w="114300" cap="flat" cmpd="sng">
                  <a:solidFill>
                    <a:schemeClr val="accent6"/>
                  </a:solidFill>
                  <a:prstDash val="solid"/>
                  <a:round/>
                  <a:headEnd type="none" w="sm" len="sm"/>
                  <a:tailEnd type="none" w="sm" len="sm"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  <p:grpSp>
          <p:nvGrpSpPr>
            <p:cNvPr id="232" name="Google Shape;2037;p72">
              <a:extLst>
                <a:ext uri="{FF2B5EF4-FFF2-40B4-BE49-F238E27FC236}">
                  <a16:creationId xmlns:a16="http://schemas.microsoft.com/office/drawing/2014/main" id="{4844BD5F-209A-4E34-AA31-CA99AD65786B}"/>
                </a:ext>
              </a:extLst>
            </p:cNvPr>
            <p:cNvGrpSpPr/>
            <p:nvPr/>
          </p:nvGrpSpPr>
          <p:grpSpPr>
            <a:xfrm>
              <a:off x="6638195" y="3138529"/>
              <a:ext cx="1765191" cy="1711239"/>
              <a:chOff x="6561995" y="3062329"/>
              <a:chExt cx="1765191" cy="1711239"/>
            </a:xfrm>
          </p:grpSpPr>
          <p:grpSp>
            <p:nvGrpSpPr>
              <p:cNvPr id="233" name="Google Shape;2038;p72">
                <a:extLst>
                  <a:ext uri="{FF2B5EF4-FFF2-40B4-BE49-F238E27FC236}">
                    <a16:creationId xmlns:a16="http://schemas.microsoft.com/office/drawing/2014/main" id="{E6DE0E6F-A441-4093-AE47-B07B8732CB7F}"/>
                  </a:ext>
                </a:extLst>
              </p:cNvPr>
              <p:cNvGrpSpPr/>
              <p:nvPr/>
            </p:nvGrpSpPr>
            <p:grpSpPr>
              <a:xfrm>
                <a:off x="7180010" y="3062329"/>
                <a:ext cx="1147176" cy="846597"/>
                <a:chOff x="5464250" y="1319600"/>
                <a:chExt cx="114875" cy="84775"/>
              </a:xfrm>
            </p:grpSpPr>
            <p:sp>
              <p:nvSpPr>
                <p:cNvPr id="240" name="Google Shape;2039;p72">
                  <a:extLst>
                    <a:ext uri="{FF2B5EF4-FFF2-40B4-BE49-F238E27FC236}">
                      <a16:creationId xmlns:a16="http://schemas.microsoft.com/office/drawing/2014/main" id="{A44C8F9A-7C07-4B25-8727-950A8A1785AF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41" name="Google Shape;2040;p72">
                  <a:extLst>
                    <a:ext uri="{FF2B5EF4-FFF2-40B4-BE49-F238E27FC236}">
                      <a16:creationId xmlns:a16="http://schemas.microsoft.com/office/drawing/2014/main" id="{6CCA9BD7-DE6D-48B7-A979-BC7CA44B8070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4" name="Google Shape;2041;p72">
                <a:extLst>
                  <a:ext uri="{FF2B5EF4-FFF2-40B4-BE49-F238E27FC236}">
                    <a16:creationId xmlns:a16="http://schemas.microsoft.com/office/drawing/2014/main" id="{EA2DAD41-EFC5-4E0A-A98C-085131D5E46B}"/>
                  </a:ext>
                </a:extLst>
              </p:cNvPr>
              <p:cNvGrpSpPr/>
              <p:nvPr/>
            </p:nvGrpSpPr>
            <p:grpSpPr>
              <a:xfrm rot="530619" flipH="1">
                <a:off x="6610683" y="3734468"/>
                <a:ext cx="958819" cy="707609"/>
                <a:chOff x="5464250" y="1319600"/>
                <a:chExt cx="114875" cy="84775"/>
              </a:xfrm>
            </p:grpSpPr>
            <p:sp>
              <p:nvSpPr>
                <p:cNvPr id="238" name="Google Shape;2042;p72">
                  <a:extLst>
                    <a:ext uri="{FF2B5EF4-FFF2-40B4-BE49-F238E27FC236}">
                      <a16:creationId xmlns:a16="http://schemas.microsoft.com/office/drawing/2014/main" id="{0C936BCD-A748-4A49-B089-69A5E42B121E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9" name="Google Shape;2043;p72">
                  <a:extLst>
                    <a:ext uri="{FF2B5EF4-FFF2-40B4-BE49-F238E27FC236}">
                      <a16:creationId xmlns:a16="http://schemas.microsoft.com/office/drawing/2014/main" id="{F1EFDDE6-D990-4D10-8981-F825D0763028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  <p:grpSp>
            <p:nvGrpSpPr>
              <p:cNvPr id="235" name="Google Shape;2044;p72">
                <a:extLst>
                  <a:ext uri="{FF2B5EF4-FFF2-40B4-BE49-F238E27FC236}">
                    <a16:creationId xmlns:a16="http://schemas.microsoft.com/office/drawing/2014/main" id="{169737E0-6F7E-4ED5-A09B-92086F351C13}"/>
                  </a:ext>
                </a:extLst>
              </p:cNvPr>
              <p:cNvGrpSpPr/>
              <p:nvPr/>
            </p:nvGrpSpPr>
            <p:grpSpPr>
              <a:xfrm>
                <a:off x="7389607" y="4223870"/>
                <a:ext cx="744872" cy="549698"/>
                <a:chOff x="5464250" y="1319600"/>
                <a:chExt cx="114875" cy="84775"/>
              </a:xfrm>
            </p:grpSpPr>
            <p:sp>
              <p:nvSpPr>
                <p:cNvPr id="236" name="Google Shape;2045;p72">
                  <a:extLst>
                    <a:ext uri="{FF2B5EF4-FFF2-40B4-BE49-F238E27FC236}">
                      <a16:creationId xmlns:a16="http://schemas.microsoft.com/office/drawing/2014/main" id="{F159A915-FF64-4723-9343-65676DEA7646}"/>
                    </a:ext>
                  </a:extLst>
                </p:cNvPr>
                <p:cNvSpPr/>
                <p:nvPr/>
              </p:nvSpPr>
              <p:spPr>
                <a:xfrm>
                  <a:off x="5464250" y="1319600"/>
                  <a:ext cx="114875" cy="84775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595" h="3391" extrusionOk="0">
                      <a:moveTo>
                        <a:pt x="2741" y="0"/>
                      </a:moveTo>
                      <a:cubicBezTo>
                        <a:pt x="2715" y="0"/>
                        <a:pt x="2688" y="9"/>
                        <a:pt x="2671" y="18"/>
                      </a:cubicBezTo>
                      <a:cubicBezTo>
                        <a:pt x="2565" y="88"/>
                        <a:pt x="2504" y="202"/>
                        <a:pt x="2460" y="316"/>
                      </a:cubicBezTo>
                      <a:cubicBezTo>
                        <a:pt x="2319" y="650"/>
                        <a:pt x="2249" y="1019"/>
                        <a:pt x="2205" y="1379"/>
                      </a:cubicBezTo>
                      <a:cubicBezTo>
                        <a:pt x="2012" y="984"/>
                        <a:pt x="1722" y="650"/>
                        <a:pt x="1362" y="404"/>
                      </a:cubicBezTo>
                      <a:cubicBezTo>
                        <a:pt x="1204" y="299"/>
                        <a:pt x="1028" y="202"/>
                        <a:pt x="835" y="202"/>
                      </a:cubicBezTo>
                      <a:cubicBezTo>
                        <a:pt x="782" y="202"/>
                        <a:pt x="729" y="211"/>
                        <a:pt x="694" y="255"/>
                      </a:cubicBezTo>
                      <a:cubicBezTo>
                        <a:pt x="642" y="316"/>
                        <a:pt x="677" y="404"/>
                        <a:pt x="721" y="474"/>
                      </a:cubicBezTo>
                      <a:cubicBezTo>
                        <a:pt x="817" y="624"/>
                        <a:pt x="958" y="738"/>
                        <a:pt x="1098" y="843"/>
                      </a:cubicBezTo>
                      <a:cubicBezTo>
                        <a:pt x="1362" y="1028"/>
                        <a:pt x="1634" y="1195"/>
                        <a:pt x="1924" y="1326"/>
                      </a:cubicBezTo>
                      <a:cubicBezTo>
                        <a:pt x="1625" y="1230"/>
                        <a:pt x="1353" y="1160"/>
                        <a:pt x="1037" y="1142"/>
                      </a:cubicBezTo>
                      <a:cubicBezTo>
                        <a:pt x="982" y="1137"/>
                        <a:pt x="927" y="1135"/>
                        <a:pt x="872" y="1135"/>
                      </a:cubicBezTo>
                      <a:cubicBezTo>
                        <a:pt x="616" y="1135"/>
                        <a:pt x="356" y="1188"/>
                        <a:pt x="132" y="1318"/>
                      </a:cubicBezTo>
                      <a:cubicBezTo>
                        <a:pt x="62" y="1344"/>
                        <a:pt x="0" y="1406"/>
                        <a:pt x="0" y="1476"/>
                      </a:cubicBezTo>
                      <a:cubicBezTo>
                        <a:pt x="0" y="1555"/>
                        <a:pt x="79" y="1599"/>
                        <a:pt x="159" y="1625"/>
                      </a:cubicBezTo>
                      <a:cubicBezTo>
                        <a:pt x="282" y="1660"/>
                        <a:pt x="413" y="1669"/>
                        <a:pt x="536" y="1669"/>
                      </a:cubicBezTo>
                      <a:cubicBezTo>
                        <a:pt x="975" y="1660"/>
                        <a:pt x="1406" y="1608"/>
                        <a:pt x="1836" y="1546"/>
                      </a:cubicBezTo>
                      <a:lnTo>
                        <a:pt x="1836" y="1546"/>
                      </a:lnTo>
                      <a:cubicBezTo>
                        <a:pt x="1459" y="1739"/>
                        <a:pt x="1151" y="2012"/>
                        <a:pt x="896" y="2345"/>
                      </a:cubicBezTo>
                      <a:cubicBezTo>
                        <a:pt x="844" y="2416"/>
                        <a:pt x="800" y="2486"/>
                        <a:pt x="791" y="2565"/>
                      </a:cubicBezTo>
                      <a:cubicBezTo>
                        <a:pt x="782" y="2644"/>
                        <a:pt x="826" y="2741"/>
                        <a:pt x="905" y="2758"/>
                      </a:cubicBezTo>
                      <a:cubicBezTo>
                        <a:pt x="912" y="2759"/>
                        <a:pt x="919" y="2760"/>
                        <a:pt x="926" y="2760"/>
                      </a:cubicBezTo>
                      <a:cubicBezTo>
                        <a:pt x="972" y="2760"/>
                        <a:pt x="1016" y="2737"/>
                        <a:pt x="1054" y="2714"/>
                      </a:cubicBezTo>
                      <a:cubicBezTo>
                        <a:pt x="1511" y="2486"/>
                        <a:pt x="1863" y="2082"/>
                        <a:pt x="2196" y="1695"/>
                      </a:cubicBezTo>
                      <a:lnTo>
                        <a:pt x="2196" y="1695"/>
                      </a:lnTo>
                      <a:cubicBezTo>
                        <a:pt x="2012" y="2091"/>
                        <a:pt x="1915" y="2539"/>
                        <a:pt x="1906" y="2987"/>
                      </a:cubicBezTo>
                      <a:cubicBezTo>
                        <a:pt x="1898" y="3118"/>
                        <a:pt x="1915" y="3285"/>
                        <a:pt x="2021" y="3364"/>
                      </a:cubicBezTo>
                      <a:cubicBezTo>
                        <a:pt x="2047" y="3382"/>
                        <a:pt x="2073" y="3391"/>
                        <a:pt x="2100" y="3391"/>
                      </a:cubicBezTo>
                      <a:cubicBezTo>
                        <a:pt x="2161" y="3391"/>
                        <a:pt x="2205" y="3329"/>
                        <a:pt x="2231" y="3268"/>
                      </a:cubicBezTo>
                      <a:cubicBezTo>
                        <a:pt x="2460" y="2785"/>
                        <a:pt x="2539" y="2249"/>
                        <a:pt x="2592" y="1722"/>
                      </a:cubicBezTo>
                      <a:cubicBezTo>
                        <a:pt x="2644" y="2178"/>
                        <a:pt x="2820" y="2600"/>
                        <a:pt x="3057" y="2995"/>
                      </a:cubicBezTo>
                      <a:cubicBezTo>
                        <a:pt x="3127" y="3101"/>
                        <a:pt x="3206" y="3215"/>
                        <a:pt x="3338" y="3250"/>
                      </a:cubicBezTo>
                      <a:cubicBezTo>
                        <a:pt x="3356" y="3250"/>
                        <a:pt x="3373" y="3254"/>
                        <a:pt x="3391" y="3254"/>
                      </a:cubicBezTo>
                      <a:cubicBezTo>
                        <a:pt x="3400" y="3254"/>
                        <a:pt x="3408" y="3253"/>
                        <a:pt x="3417" y="3250"/>
                      </a:cubicBezTo>
                      <a:cubicBezTo>
                        <a:pt x="3444" y="3241"/>
                        <a:pt x="3470" y="3215"/>
                        <a:pt x="3488" y="3189"/>
                      </a:cubicBezTo>
                      <a:cubicBezTo>
                        <a:pt x="3575" y="3048"/>
                        <a:pt x="3523" y="2864"/>
                        <a:pt x="3461" y="2714"/>
                      </a:cubicBezTo>
                      <a:cubicBezTo>
                        <a:pt x="3329" y="2375"/>
                        <a:pt x="3173" y="2044"/>
                        <a:pt x="2943" y="1765"/>
                      </a:cubicBezTo>
                      <a:lnTo>
                        <a:pt x="2943" y="1765"/>
                      </a:lnTo>
                      <a:cubicBezTo>
                        <a:pt x="3120" y="1970"/>
                        <a:pt x="3789" y="2717"/>
                        <a:pt x="4146" y="2717"/>
                      </a:cubicBezTo>
                      <a:cubicBezTo>
                        <a:pt x="4211" y="2717"/>
                        <a:pt x="4265" y="2692"/>
                        <a:pt x="4304" y="2635"/>
                      </a:cubicBezTo>
                      <a:cubicBezTo>
                        <a:pt x="4594" y="2222"/>
                        <a:pt x="3277" y="1713"/>
                        <a:pt x="3277" y="1713"/>
                      </a:cubicBezTo>
                      <a:cubicBezTo>
                        <a:pt x="3584" y="1660"/>
                        <a:pt x="3883" y="1581"/>
                        <a:pt x="4181" y="1476"/>
                      </a:cubicBezTo>
                      <a:cubicBezTo>
                        <a:pt x="4287" y="1441"/>
                        <a:pt x="4401" y="1397"/>
                        <a:pt x="4471" y="1309"/>
                      </a:cubicBezTo>
                      <a:cubicBezTo>
                        <a:pt x="4498" y="1274"/>
                        <a:pt x="4524" y="1230"/>
                        <a:pt x="4515" y="1186"/>
                      </a:cubicBezTo>
                      <a:cubicBezTo>
                        <a:pt x="4515" y="1133"/>
                        <a:pt x="4471" y="1089"/>
                        <a:pt x="4427" y="1063"/>
                      </a:cubicBezTo>
                      <a:cubicBezTo>
                        <a:pt x="4375" y="1037"/>
                        <a:pt x="4322" y="1037"/>
                        <a:pt x="4269" y="1037"/>
                      </a:cubicBezTo>
                      <a:cubicBezTo>
                        <a:pt x="4261" y="1036"/>
                        <a:pt x="4253" y="1036"/>
                        <a:pt x="4245" y="1036"/>
                      </a:cubicBezTo>
                      <a:cubicBezTo>
                        <a:pt x="3779" y="1036"/>
                        <a:pt x="3323" y="1287"/>
                        <a:pt x="2952" y="1555"/>
                      </a:cubicBezTo>
                      <a:cubicBezTo>
                        <a:pt x="3215" y="1239"/>
                        <a:pt x="3452" y="896"/>
                        <a:pt x="3646" y="527"/>
                      </a:cubicBezTo>
                      <a:cubicBezTo>
                        <a:pt x="3672" y="474"/>
                        <a:pt x="3707" y="413"/>
                        <a:pt x="3707" y="352"/>
                      </a:cubicBezTo>
                      <a:cubicBezTo>
                        <a:pt x="3716" y="290"/>
                        <a:pt x="3690" y="220"/>
                        <a:pt x="3637" y="193"/>
                      </a:cubicBezTo>
                      <a:cubicBezTo>
                        <a:pt x="3613" y="179"/>
                        <a:pt x="3583" y="172"/>
                        <a:pt x="3553" y="172"/>
                      </a:cubicBezTo>
                      <a:cubicBezTo>
                        <a:pt x="3528" y="172"/>
                        <a:pt x="3502" y="177"/>
                        <a:pt x="3479" y="185"/>
                      </a:cubicBezTo>
                      <a:cubicBezTo>
                        <a:pt x="3215" y="246"/>
                        <a:pt x="3004" y="457"/>
                        <a:pt x="2864" y="694"/>
                      </a:cubicBezTo>
                      <a:cubicBezTo>
                        <a:pt x="2715" y="922"/>
                        <a:pt x="2618" y="1186"/>
                        <a:pt x="2486" y="1414"/>
                      </a:cubicBezTo>
                      <a:cubicBezTo>
                        <a:pt x="2574" y="1195"/>
                        <a:pt x="2653" y="966"/>
                        <a:pt x="2715" y="729"/>
                      </a:cubicBezTo>
                      <a:cubicBezTo>
                        <a:pt x="2776" y="527"/>
                        <a:pt x="2820" y="316"/>
                        <a:pt x="2802" y="106"/>
                      </a:cubicBezTo>
                      <a:cubicBezTo>
                        <a:pt x="2802" y="62"/>
                        <a:pt x="2785" y="18"/>
                        <a:pt x="2741" y="0"/>
                      </a:cubicBezTo>
                      <a:close/>
                    </a:path>
                  </a:pathLst>
                </a:custGeom>
                <a:solidFill>
                  <a:srgbClr val="B6DFE7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  <p:sp>
              <p:nvSpPr>
                <p:cNvPr id="237" name="Google Shape;2046;p72">
                  <a:extLst>
                    <a:ext uri="{FF2B5EF4-FFF2-40B4-BE49-F238E27FC236}">
                      <a16:creationId xmlns:a16="http://schemas.microsoft.com/office/drawing/2014/main" id="{7B8AE9F9-C269-4305-A877-9084716CB0BA}"/>
                    </a:ext>
                  </a:extLst>
                </p:cNvPr>
                <p:cNvSpPr/>
                <p:nvPr/>
              </p:nvSpPr>
              <p:spPr>
                <a:xfrm>
                  <a:off x="5509275" y="1352250"/>
                  <a:ext cx="29850" cy="107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94" h="430" extrusionOk="0">
                      <a:moveTo>
                        <a:pt x="297" y="0"/>
                      </a:moveTo>
                      <a:cubicBezTo>
                        <a:pt x="244" y="0"/>
                        <a:pt x="191" y="4"/>
                        <a:pt x="141" y="12"/>
                      </a:cubicBezTo>
                      <a:cubicBezTo>
                        <a:pt x="79" y="20"/>
                        <a:pt x="18" y="38"/>
                        <a:pt x="9" y="100"/>
                      </a:cubicBezTo>
                      <a:cubicBezTo>
                        <a:pt x="0" y="161"/>
                        <a:pt x="62" y="196"/>
                        <a:pt x="114" y="223"/>
                      </a:cubicBezTo>
                      <a:cubicBezTo>
                        <a:pt x="214" y="266"/>
                        <a:pt x="725" y="429"/>
                        <a:pt x="1004" y="429"/>
                      </a:cubicBezTo>
                      <a:cubicBezTo>
                        <a:pt x="1118" y="429"/>
                        <a:pt x="1194" y="402"/>
                        <a:pt x="1186" y="328"/>
                      </a:cubicBezTo>
                      <a:cubicBezTo>
                        <a:pt x="1177" y="187"/>
                        <a:pt x="966" y="126"/>
                        <a:pt x="852" y="91"/>
                      </a:cubicBezTo>
                      <a:cubicBezTo>
                        <a:pt x="681" y="43"/>
                        <a:pt x="484" y="0"/>
                        <a:pt x="297" y="0"/>
                      </a:cubicBezTo>
                      <a:close/>
                    </a:path>
                  </a:pathLst>
                </a:custGeom>
                <a:solidFill>
                  <a:srgbClr val="FABC6E"/>
                </a:solidFill>
                <a:ln>
                  <a:noFill/>
                </a:ln>
              </p:spPr>
              <p:txBody>
                <a:bodyPr spcFirstLastPara="1" wrap="square" lIns="91425" tIns="91425" rIns="91425" bIns="91425" anchor="ctr" anchorCtr="0">
                  <a:noAutofit/>
                </a:bodyPr>
                <a:lstStyle/>
                <a:p>
                  <a:pPr marL="0" lvl="0" indent="0" algn="l" rtl="0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endParaRPr/>
                </a:p>
              </p:txBody>
            </p:sp>
          </p:grpSp>
        </p:grpSp>
      </p:grpSp>
      <p:grpSp>
        <p:nvGrpSpPr>
          <p:cNvPr id="251" name="Google Shape;2047;p72">
            <a:extLst>
              <a:ext uri="{FF2B5EF4-FFF2-40B4-BE49-F238E27FC236}">
                <a16:creationId xmlns:a16="http://schemas.microsoft.com/office/drawing/2014/main" id="{C84B6C1B-1BD1-401A-BF6C-44982C6EA4E5}"/>
              </a:ext>
            </a:extLst>
          </p:cNvPr>
          <p:cNvGrpSpPr/>
          <p:nvPr/>
        </p:nvGrpSpPr>
        <p:grpSpPr>
          <a:xfrm rot="384223">
            <a:off x="6665236" y="435335"/>
            <a:ext cx="1935231" cy="1320912"/>
            <a:chOff x="1190366" y="3297149"/>
            <a:chExt cx="2341031" cy="1597894"/>
          </a:xfrm>
        </p:grpSpPr>
        <p:grpSp>
          <p:nvGrpSpPr>
            <p:cNvPr id="252" name="Google Shape;2048;p72">
              <a:extLst>
                <a:ext uri="{FF2B5EF4-FFF2-40B4-BE49-F238E27FC236}">
                  <a16:creationId xmlns:a16="http://schemas.microsoft.com/office/drawing/2014/main" id="{B95FD6FE-6529-45E4-A2D9-B95D42A7318B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65" name="Google Shape;2049;p72">
                <a:extLst>
                  <a:ext uri="{FF2B5EF4-FFF2-40B4-BE49-F238E27FC236}">
                    <a16:creationId xmlns:a16="http://schemas.microsoft.com/office/drawing/2014/main" id="{83043E6E-932C-4513-92A5-F5A332F9C0E4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050;p72">
                <a:extLst>
                  <a:ext uri="{FF2B5EF4-FFF2-40B4-BE49-F238E27FC236}">
                    <a16:creationId xmlns:a16="http://schemas.microsoft.com/office/drawing/2014/main" id="{B0B6F30D-EBD7-4FD5-B44A-88B1B36D53FB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7" name="Google Shape;2051;p72">
                <a:extLst>
                  <a:ext uri="{FF2B5EF4-FFF2-40B4-BE49-F238E27FC236}">
                    <a16:creationId xmlns:a16="http://schemas.microsoft.com/office/drawing/2014/main" id="{E45C3979-40BA-4F91-9A15-DACD8B39008D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8" name="Google Shape;2052;p72">
                <a:extLst>
                  <a:ext uri="{FF2B5EF4-FFF2-40B4-BE49-F238E27FC236}">
                    <a16:creationId xmlns:a16="http://schemas.microsoft.com/office/drawing/2014/main" id="{E578F22B-7A22-4AE0-A9B4-2B5E438D96DF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9" name="Google Shape;2053;p72">
                <a:extLst>
                  <a:ext uri="{FF2B5EF4-FFF2-40B4-BE49-F238E27FC236}">
                    <a16:creationId xmlns:a16="http://schemas.microsoft.com/office/drawing/2014/main" id="{B10A6747-366B-4CF6-BD29-02CC8B438AC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0" name="Google Shape;2054;p72">
                <a:extLst>
                  <a:ext uri="{FF2B5EF4-FFF2-40B4-BE49-F238E27FC236}">
                    <a16:creationId xmlns:a16="http://schemas.microsoft.com/office/drawing/2014/main" id="{84CBF096-AC60-4BE1-B961-1F071C4229A3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1" name="Google Shape;2055;p72">
                <a:extLst>
                  <a:ext uri="{FF2B5EF4-FFF2-40B4-BE49-F238E27FC236}">
                    <a16:creationId xmlns:a16="http://schemas.microsoft.com/office/drawing/2014/main" id="{AD9121D4-E5F2-4E1F-917A-784A4F5F0A23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2" name="Google Shape;2056;p72">
                <a:extLst>
                  <a:ext uri="{FF2B5EF4-FFF2-40B4-BE49-F238E27FC236}">
                    <a16:creationId xmlns:a16="http://schemas.microsoft.com/office/drawing/2014/main" id="{D2C3593B-2E59-46AB-849B-997A9673ECF6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3" name="Google Shape;2057;p72">
                <a:extLst>
                  <a:ext uri="{FF2B5EF4-FFF2-40B4-BE49-F238E27FC236}">
                    <a16:creationId xmlns:a16="http://schemas.microsoft.com/office/drawing/2014/main" id="{4B1B38AC-7161-4F9B-B0FE-9DB9F1AB6029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058;p72">
                <a:extLst>
                  <a:ext uri="{FF2B5EF4-FFF2-40B4-BE49-F238E27FC236}">
                    <a16:creationId xmlns:a16="http://schemas.microsoft.com/office/drawing/2014/main" id="{66494B2F-2CE7-4A35-B348-46ED44EE09CD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059;p72">
                <a:extLst>
                  <a:ext uri="{FF2B5EF4-FFF2-40B4-BE49-F238E27FC236}">
                    <a16:creationId xmlns:a16="http://schemas.microsoft.com/office/drawing/2014/main" id="{ABAF536D-F35F-411D-B12E-C6945DF2F334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3" name="Google Shape;2060;p72">
              <a:extLst>
                <a:ext uri="{FF2B5EF4-FFF2-40B4-BE49-F238E27FC236}">
                  <a16:creationId xmlns:a16="http://schemas.microsoft.com/office/drawing/2014/main" id="{D2E3FF43-D0A2-4AEB-9D10-52325E97779A}"/>
                </a:ext>
              </a:extLst>
            </p:cNvPr>
            <p:cNvGrpSpPr/>
            <p:nvPr/>
          </p:nvGrpSpPr>
          <p:grpSpPr>
            <a:xfrm>
              <a:off x="1190366" y="3297149"/>
              <a:ext cx="2341031" cy="1597894"/>
              <a:chOff x="2551850" y="2025100"/>
              <a:chExt cx="347850" cy="237425"/>
            </a:xfrm>
          </p:grpSpPr>
          <p:sp>
            <p:nvSpPr>
              <p:cNvPr id="254" name="Google Shape;2061;p72">
                <a:extLst>
                  <a:ext uri="{FF2B5EF4-FFF2-40B4-BE49-F238E27FC236}">
                    <a16:creationId xmlns:a16="http://schemas.microsoft.com/office/drawing/2014/main" id="{9AE96FC4-F3EF-44BB-99F2-2783E665FD30}"/>
                  </a:ext>
                </a:extLst>
              </p:cNvPr>
              <p:cNvSpPr/>
              <p:nvPr/>
            </p:nvSpPr>
            <p:spPr>
              <a:xfrm>
                <a:off x="2809650" y="2129875"/>
                <a:ext cx="48325" cy="129875"/>
              </a:xfrm>
              <a:custGeom>
                <a:avLst/>
                <a:gdLst/>
                <a:ahLst/>
                <a:cxnLst/>
                <a:rect l="l" t="t" r="r" b="b"/>
                <a:pathLst>
                  <a:path w="1933" h="5195" extrusionOk="0">
                    <a:moveTo>
                      <a:pt x="1566" y="0"/>
                    </a:moveTo>
                    <a:cubicBezTo>
                      <a:pt x="1562" y="0"/>
                      <a:pt x="1559" y="0"/>
                      <a:pt x="1555" y="1"/>
                    </a:cubicBezTo>
                    <a:cubicBezTo>
                      <a:pt x="1502" y="1"/>
                      <a:pt x="1467" y="27"/>
                      <a:pt x="1423" y="45"/>
                    </a:cubicBezTo>
                    <a:cubicBezTo>
                      <a:pt x="1221" y="176"/>
                      <a:pt x="1063" y="378"/>
                      <a:pt x="975" y="598"/>
                    </a:cubicBezTo>
                    <a:lnTo>
                      <a:pt x="922" y="1169"/>
                    </a:lnTo>
                    <a:cubicBezTo>
                      <a:pt x="1212" y="1564"/>
                      <a:pt x="1274" y="2082"/>
                      <a:pt x="1186" y="2557"/>
                    </a:cubicBezTo>
                    <a:cubicBezTo>
                      <a:pt x="1107" y="3031"/>
                      <a:pt x="887" y="3470"/>
                      <a:pt x="659" y="3901"/>
                    </a:cubicBezTo>
                    <a:cubicBezTo>
                      <a:pt x="422" y="4322"/>
                      <a:pt x="167" y="4735"/>
                      <a:pt x="0" y="5183"/>
                    </a:cubicBezTo>
                    <a:cubicBezTo>
                      <a:pt x="42" y="5183"/>
                      <a:pt x="90" y="5194"/>
                      <a:pt x="139" y="5194"/>
                    </a:cubicBezTo>
                    <a:cubicBezTo>
                      <a:pt x="151" y="5194"/>
                      <a:pt x="163" y="5193"/>
                      <a:pt x="176" y="5192"/>
                    </a:cubicBezTo>
                    <a:lnTo>
                      <a:pt x="606" y="5192"/>
                    </a:lnTo>
                    <a:cubicBezTo>
                      <a:pt x="940" y="4612"/>
                      <a:pt x="1203" y="4085"/>
                      <a:pt x="1537" y="3505"/>
                    </a:cubicBezTo>
                    <a:cubicBezTo>
                      <a:pt x="1678" y="3259"/>
                      <a:pt x="1827" y="3005"/>
                      <a:pt x="1888" y="2732"/>
                    </a:cubicBezTo>
                    <a:cubicBezTo>
                      <a:pt x="1932" y="2539"/>
                      <a:pt x="1932" y="2337"/>
                      <a:pt x="1932" y="2135"/>
                    </a:cubicBezTo>
                    <a:cubicBezTo>
                      <a:pt x="1932" y="1669"/>
                      <a:pt x="1915" y="1204"/>
                      <a:pt x="1871" y="738"/>
                    </a:cubicBezTo>
                    <a:cubicBezTo>
                      <a:pt x="1853" y="554"/>
                      <a:pt x="1836" y="378"/>
                      <a:pt x="1765" y="203"/>
                    </a:cubicBezTo>
                    <a:cubicBezTo>
                      <a:pt x="1732" y="110"/>
                      <a:pt x="1665" y="0"/>
                      <a:pt x="15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062;p72">
                <a:extLst>
                  <a:ext uri="{FF2B5EF4-FFF2-40B4-BE49-F238E27FC236}">
                    <a16:creationId xmlns:a16="http://schemas.microsoft.com/office/drawing/2014/main" id="{8AF10DC0-BAF1-4FE1-ADE7-79A64B3F77CC}"/>
                  </a:ext>
                </a:extLst>
              </p:cNvPr>
              <p:cNvSpPr/>
              <p:nvPr/>
            </p:nvSpPr>
            <p:spPr>
              <a:xfrm>
                <a:off x="2706875" y="2156950"/>
                <a:ext cx="63475" cy="102725"/>
              </a:xfrm>
              <a:custGeom>
                <a:avLst/>
                <a:gdLst/>
                <a:ahLst/>
                <a:cxnLst/>
                <a:rect l="l" t="t" r="r" b="b"/>
                <a:pathLst>
                  <a:path w="2539" h="4109" extrusionOk="0">
                    <a:moveTo>
                      <a:pt x="766" y="0"/>
                    </a:moveTo>
                    <a:cubicBezTo>
                      <a:pt x="681" y="0"/>
                      <a:pt x="598" y="11"/>
                      <a:pt x="519" y="42"/>
                    </a:cubicBezTo>
                    <a:cubicBezTo>
                      <a:pt x="211" y="156"/>
                      <a:pt x="0" y="586"/>
                      <a:pt x="53" y="911"/>
                    </a:cubicBezTo>
                    <a:cubicBezTo>
                      <a:pt x="106" y="1210"/>
                      <a:pt x="431" y="1518"/>
                      <a:pt x="580" y="1772"/>
                    </a:cubicBezTo>
                    <a:cubicBezTo>
                      <a:pt x="1002" y="2493"/>
                      <a:pt x="1291" y="3292"/>
                      <a:pt x="1450" y="4109"/>
                    </a:cubicBezTo>
                    <a:cubicBezTo>
                      <a:pt x="1722" y="4047"/>
                      <a:pt x="2003" y="4012"/>
                      <a:pt x="2284" y="4012"/>
                    </a:cubicBezTo>
                    <a:cubicBezTo>
                      <a:pt x="2161" y="3810"/>
                      <a:pt x="2126" y="3564"/>
                      <a:pt x="2179" y="3327"/>
                    </a:cubicBezTo>
                    <a:cubicBezTo>
                      <a:pt x="2231" y="3055"/>
                      <a:pt x="2407" y="2818"/>
                      <a:pt x="2477" y="2545"/>
                    </a:cubicBezTo>
                    <a:cubicBezTo>
                      <a:pt x="2539" y="2273"/>
                      <a:pt x="2486" y="1992"/>
                      <a:pt x="2442" y="1711"/>
                    </a:cubicBezTo>
                    <a:cubicBezTo>
                      <a:pt x="2372" y="1333"/>
                      <a:pt x="2302" y="947"/>
                      <a:pt x="2231" y="560"/>
                    </a:cubicBezTo>
                    <a:cubicBezTo>
                      <a:pt x="2223" y="507"/>
                      <a:pt x="2214" y="446"/>
                      <a:pt x="2179" y="402"/>
                    </a:cubicBezTo>
                    <a:cubicBezTo>
                      <a:pt x="2143" y="367"/>
                      <a:pt x="2100" y="349"/>
                      <a:pt x="2056" y="323"/>
                    </a:cubicBezTo>
                    <a:cubicBezTo>
                      <a:pt x="1722" y="191"/>
                      <a:pt x="1371" y="86"/>
                      <a:pt x="1019" y="24"/>
                    </a:cubicBezTo>
                    <a:cubicBezTo>
                      <a:pt x="936" y="11"/>
                      <a:pt x="850" y="0"/>
                      <a:pt x="766" y="0"/>
                    </a:cubicBezTo>
                    <a:close/>
                  </a:path>
                </a:pathLst>
              </a:custGeom>
              <a:solidFill>
                <a:srgbClr val="652C2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063;p72">
                <a:extLst>
                  <a:ext uri="{FF2B5EF4-FFF2-40B4-BE49-F238E27FC236}">
                    <a16:creationId xmlns:a16="http://schemas.microsoft.com/office/drawing/2014/main" id="{C8DB9404-4F0F-464E-B475-8D9D1B75113F}"/>
                  </a:ext>
                </a:extLst>
              </p:cNvPr>
              <p:cNvSpPr/>
              <p:nvPr/>
            </p:nvSpPr>
            <p:spPr>
              <a:xfrm>
                <a:off x="2873550" y="2086100"/>
                <a:ext cx="16700" cy="76075"/>
              </a:xfrm>
              <a:custGeom>
                <a:avLst/>
                <a:gdLst/>
                <a:ahLst/>
                <a:cxnLst/>
                <a:rect l="l" t="t" r="r" b="b"/>
                <a:pathLst>
                  <a:path w="668" h="3043" extrusionOk="0">
                    <a:moveTo>
                      <a:pt x="40" y="0"/>
                    </a:moveTo>
                    <a:cubicBezTo>
                      <a:pt x="36" y="0"/>
                      <a:pt x="31" y="1"/>
                      <a:pt x="26" y="4"/>
                    </a:cubicBezTo>
                    <a:cubicBezTo>
                      <a:pt x="9" y="12"/>
                      <a:pt x="0" y="30"/>
                      <a:pt x="0" y="48"/>
                    </a:cubicBezTo>
                    <a:cubicBezTo>
                      <a:pt x="395" y="979"/>
                      <a:pt x="597" y="1998"/>
                      <a:pt x="589" y="3008"/>
                    </a:cubicBezTo>
                    <a:cubicBezTo>
                      <a:pt x="589" y="3025"/>
                      <a:pt x="597" y="3043"/>
                      <a:pt x="624" y="3043"/>
                    </a:cubicBezTo>
                    <a:cubicBezTo>
                      <a:pt x="641" y="3043"/>
                      <a:pt x="659" y="3034"/>
                      <a:pt x="659" y="3008"/>
                    </a:cubicBezTo>
                    <a:cubicBezTo>
                      <a:pt x="668" y="1989"/>
                      <a:pt x="466" y="961"/>
                      <a:pt x="70" y="21"/>
                    </a:cubicBezTo>
                    <a:cubicBezTo>
                      <a:pt x="64" y="8"/>
                      <a:pt x="53" y="0"/>
                      <a:pt x="4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064;p72">
                <a:extLst>
                  <a:ext uri="{FF2B5EF4-FFF2-40B4-BE49-F238E27FC236}">
                    <a16:creationId xmlns:a16="http://schemas.microsoft.com/office/drawing/2014/main" id="{7392D600-014C-4269-AE0A-9777F1DA96CB}"/>
                  </a:ext>
                </a:extLst>
              </p:cNvPr>
              <p:cNvSpPr/>
              <p:nvPr/>
            </p:nvSpPr>
            <p:spPr>
              <a:xfrm>
                <a:off x="2884075" y="2140850"/>
                <a:ext cx="15625" cy="41325"/>
              </a:xfrm>
              <a:custGeom>
                <a:avLst/>
                <a:gdLst/>
                <a:ahLst/>
                <a:cxnLst/>
                <a:rect l="l" t="t" r="r" b="b"/>
                <a:pathLst>
                  <a:path w="625" h="1653" extrusionOk="0">
                    <a:moveTo>
                      <a:pt x="159" y="1"/>
                    </a:moveTo>
                    <a:lnTo>
                      <a:pt x="159" y="1"/>
                    </a:lnTo>
                    <a:cubicBezTo>
                      <a:pt x="238" y="238"/>
                      <a:pt x="88" y="484"/>
                      <a:pt x="53" y="730"/>
                    </a:cubicBezTo>
                    <a:cubicBezTo>
                      <a:pt x="1" y="1072"/>
                      <a:pt x="176" y="1406"/>
                      <a:pt x="413" y="1652"/>
                    </a:cubicBezTo>
                    <a:cubicBezTo>
                      <a:pt x="624" y="1090"/>
                      <a:pt x="493" y="501"/>
                      <a:pt x="159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065;p72">
                <a:extLst>
                  <a:ext uri="{FF2B5EF4-FFF2-40B4-BE49-F238E27FC236}">
                    <a16:creationId xmlns:a16="http://schemas.microsoft.com/office/drawing/2014/main" id="{122F4021-7449-4B15-97F3-78F9B509B09C}"/>
                  </a:ext>
                </a:extLst>
              </p:cNvPr>
              <p:cNvSpPr/>
              <p:nvPr/>
            </p:nvSpPr>
            <p:spPr>
              <a:xfrm>
                <a:off x="2554250" y="2025100"/>
                <a:ext cx="331175" cy="237425"/>
              </a:xfrm>
              <a:custGeom>
                <a:avLst/>
                <a:gdLst/>
                <a:ahLst/>
                <a:cxnLst/>
                <a:rect l="l" t="t" r="r" b="b"/>
                <a:pathLst>
                  <a:path w="13247" h="9497" extrusionOk="0">
                    <a:moveTo>
                      <a:pt x="6356" y="1"/>
                    </a:moveTo>
                    <a:cubicBezTo>
                      <a:pt x="6021" y="1"/>
                      <a:pt x="5687" y="33"/>
                      <a:pt x="5359" y="98"/>
                    </a:cubicBezTo>
                    <a:cubicBezTo>
                      <a:pt x="4173" y="336"/>
                      <a:pt x="3110" y="1030"/>
                      <a:pt x="2372" y="1987"/>
                    </a:cubicBezTo>
                    <a:cubicBezTo>
                      <a:pt x="2346" y="2013"/>
                      <a:pt x="2328" y="2040"/>
                      <a:pt x="2302" y="2066"/>
                    </a:cubicBezTo>
                    <a:cubicBezTo>
                      <a:pt x="2249" y="2136"/>
                      <a:pt x="2188" y="2198"/>
                      <a:pt x="2126" y="2259"/>
                    </a:cubicBezTo>
                    <a:cubicBezTo>
                      <a:pt x="2109" y="2268"/>
                      <a:pt x="2091" y="2286"/>
                      <a:pt x="2074" y="2303"/>
                    </a:cubicBezTo>
                    <a:cubicBezTo>
                      <a:pt x="1968" y="2391"/>
                      <a:pt x="1854" y="2470"/>
                      <a:pt x="1740" y="2540"/>
                    </a:cubicBezTo>
                    <a:cubicBezTo>
                      <a:pt x="1714" y="2558"/>
                      <a:pt x="1687" y="2567"/>
                      <a:pt x="1661" y="2584"/>
                    </a:cubicBezTo>
                    <a:cubicBezTo>
                      <a:pt x="1582" y="2628"/>
                      <a:pt x="1511" y="2663"/>
                      <a:pt x="1432" y="2698"/>
                    </a:cubicBezTo>
                    <a:cubicBezTo>
                      <a:pt x="1336" y="2742"/>
                      <a:pt x="1239" y="2786"/>
                      <a:pt x="1143" y="2830"/>
                    </a:cubicBezTo>
                    <a:cubicBezTo>
                      <a:pt x="1134" y="2830"/>
                      <a:pt x="1125" y="2839"/>
                      <a:pt x="1116" y="2839"/>
                    </a:cubicBezTo>
                    <a:cubicBezTo>
                      <a:pt x="1081" y="2856"/>
                      <a:pt x="1046" y="2874"/>
                      <a:pt x="1011" y="2892"/>
                    </a:cubicBezTo>
                    <a:cubicBezTo>
                      <a:pt x="949" y="2918"/>
                      <a:pt x="888" y="2944"/>
                      <a:pt x="826" y="2979"/>
                    </a:cubicBezTo>
                    <a:cubicBezTo>
                      <a:pt x="791" y="2997"/>
                      <a:pt x="756" y="3015"/>
                      <a:pt x="721" y="3032"/>
                    </a:cubicBezTo>
                    <a:cubicBezTo>
                      <a:pt x="686" y="3059"/>
                      <a:pt x="651" y="3076"/>
                      <a:pt x="624" y="3094"/>
                    </a:cubicBezTo>
                    <a:cubicBezTo>
                      <a:pt x="537" y="3155"/>
                      <a:pt x="457" y="3217"/>
                      <a:pt x="387" y="3296"/>
                    </a:cubicBezTo>
                    <a:cubicBezTo>
                      <a:pt x="370" y="3313"/>
                      <a:pt x="352" y="3331"/>
                      <a:pt x="343" y="3340"/>
                    </a:cubicBezTo>
                    <a:cubicBezTo>
                      <a:pt x="308" y="3384"/>
                      <a:pt x="273" y="3436"/>
                      <a:pt x="238" y="3480"/>
                    </a:cubicBezTo>
                    <a:cubicBezTo>
                      <a:pt x="185" y="3568"/>
                      <a:pt x="150" y="3656"/>
                      <a:pt x="115" y="3735"/>
                    </a:cubicBezTo>
                    <a:cubicBezTo>
                      <a:pt x="106" y="3752"/>
                      <a:pt x="97" y="3770"/>
                      <a:pt x="89" y="3796"/>
                    </a:cubicBezTo>
                    <a:cubicBezTo>
                      <a:pt x="53" y="3893"/>
                      <a:pt x="27" y="3990"/>
                      <a:pt x="18" y="4077"/>
                    </a:cubicBezTo>
                    <a:cubicBezTo>
                      <a:pt x="10" y="4104"/>
                      <a:pt x="10" y="4130"/>
                      <a:pt x="10" y="4165"/>
                    </a:cubicBezTo>
                    <a:cubicBezTo>
                      <a:pt x="1" y="4200"/>
                      <a:pt x="1" y="4227"/>
                      <a:pt x="1" y="4262"/>
                    </a:cubicBezTo>
                    <a:cubicBezTo>
                      <a:pt x="1" y="4552"/>
                      <a:pt x="106" y="4736"/>
                      <a:pt x="106" y="4736"/>
                    </a:cubicBezTo>
                    <a:cubicBezTo>
                      <a:pt x="71" y="4885"/>
                      <a:pt x="71" y="5158"/>
                      <a:pt x="80" y="5395"/>
                    </a:cubicBezTo>
                    <a:cubicBezTo>
                      <a:pt x="80" y="5448"/>
                      <a:pt x="89" y="5500"/>
                      <a:pt x="89" y="5544"/>
                    </a:cubicBezTo>
                    <a:cubicBezTo>
                      <a:pt x="97" y="5615"/>
                      <a:pt x="97" y="5676"/>
                      <a:pt x="106" y="5720"/>
                    </a:cubicBezTo>
                    <a:cubicBezTo>
                      <a:pt x="106" y="5781"/>
                      <a:pt x="106" y="5817"/>
                      <a:pt x="106" y="5817"/>
                    </a:cubicBezTo>
                    <a:cubicBezTo>
                      <a:pt x="97" y="5940"/>
                      <a:pt x="71" y="6045"/>
                      <a:pt x="53" y="6168"/>
                    </a:cubicBezTo>
                    <a:cubicBezTo>
                      <a:pt x="36" y="6308"/>
                      <a:pt x="18" y="6467"/>
                      <a:pt x="115" y="6572"/>
                    </a:cubicBezTo>
                    <a:cubicBezTo>
                      <a:pt x="185" y="6651"/>
                      <a:pt x="291" y="6677"/>
                      <a:pt x="387" y="6695"/>
                    </a:cubicBezTo>
                    <a:cubicBezTo>
                      <a:pt x="449" y="6712"/>
                      <a:pt x="501" y="6721"/>
                      <a:pt x="563" y="6739"/>
                    </a:cubicBezTo>
                    <a:cubicBezTo>
                      <a:pt x="580" y="6739"/>
                      <a:pt x="598" y="6730"/>
                      <a:pt x="607" y="6721"/>
                    </a:cubicBezTo>
                    <a:lnTo>
                      <a:pt x="976" y="6256"/>
                    </a:lnTo>
                    <a:lnTo>
                      <a:pt x="730" y="6774"/>
                    </a:lnTo>
                    <a:cubicBezTo>
                      <a:pt x="844" y="6800"/>
                      <a:pt x="949" y="6818"/>
                      <a:pt x="1055" y="6844"/>
                    </a:cubicBezTo>
                    <a:cubicBezTo>
                      <a:pt x="1081" y="6853"/>
                      <a:pt x="1116" y="6862"/>
                      <a:pt x="1143" y="6871"/>
                    </a:cubicBezTo>
                    <a:cubicBezTo>
                      <a:pt x="1169" y="6879"/>
                      <a:pt x="1204" y="6888"/>
                      <a:pt x="1222" y="6906"/>
                    </a:cubicBezTo>
                    <a:cubicBezTo>
                      <a:pt x="1230" y="6906"/>
                      <a:pt x="1239" y="6906"/>
                      <a:pt x="1248" y="6915"/>
                    </a:cubicBezTo>
                    <a:cubicBezTo>
                      <a:pt x="1257" y="6923"/>
                      <a:pt x="1266" y="6932"/>
                      <a:pt x="1274" y="6941"/>
                    </a:cubicBezTo>
                    <a:cubicBezTo>
                      <a:pt x="1292" y="6950"/>
                      <a:pt x="1301" y="6958"/>
                      <a:pt x="1301" y="6967"/>
                    </a:cubicBezTo>
                    <a:cubicBezTo>
                      <a:pt x="1362" y="7046"/>
                      <a:pt x="1353" y="7152"/>
                      <a:pt x="1371" y="7248"/>
                    </a:cubicBezTo>
                    <a:cubicBezTo>
                      <a:pt x="1397" y="7415"/>
                      <a:pt x="1485" y="7564"/>
                      <a:pt x="1626" y="7661"/>
                    </a:cubicBezTo>
                    <a:cubicBezTo>
                      <a:pt x="1634" y="7667"/>
                      <a:pt x="1643" y="7670"/>
                      <a:pt x="1652" y="7670"/>
                    </a:cubicBezTo>
                    <a:cubicBezTo>
                      <a:pt x="1679" y="7670"/>
                      <a:pt x="1705" y="7642"/>
                      <a:pt x="1705" y="7608"/>
                    </a:cubicBezTo>
                    <a:cubicBezTo>
                      <a:pt x="1705" y="7485"/>
                      <a:pt x="1775" y="7362"/>
                      <a:pt x="1880" y="7275"/>
                    </a:cubicBezTo>
                    <a:cubicBezTo>
                      <a:pt x="2021" y="7169"/>
                      <a:pt x="2179" y="7090"/>
                      <a:pt x="2293" y="6958"/>
                    </a:cubicBezTo>
                    <a:cubicBezTo>
                      <a:pt x="2478" y="6739"/>
                      <a:pt x="2478" y="6423"/>
                      <a:pt x="2469" y="6142"/>
                    </a:cubicBezTo>
                    <a:lnTo>
                      <a:pt x="2469" y="6142"/>
                    </a:lnTo>
                    <a:cubicBezTo>
                      <a:pt x="2542" y="6272"/>
                      <a:pt x="2646" y="6425"/>
                      <a:pt x="2794" y="6425"/>
                    </a:cubicBezTo>
                    <a:cubicBezTo>
                      <a:pt x="2806" y="6425"/>
                      <a:pt x="2817" y="6424"/>
                      <a:pt x="2829" y="6423"/>
                    </a:cubicBezTo>
                    <a:cubicBezTo>
                      <a:pt x="2961" y="6396"/>
                      <a:pt x="3022" y="6238"/>
                      <a:pt x="3066" y="6098"/>
                    </a:cubicBezTo>
                    <a:cubicBezTo>
                      <a:pt x="3078" y="6195"/>
                      <a:pt x="3176" y="6248"/>
                      <a:pt x="3277" y="6248"/>
                    </a:cubicBezTo>
                    <a:cubicBezTo>
                      <a:pt x="3330" y="6248"/>
                      <a:pt x="3384" y="6233"/>
                      <a:pt x="3426" y="6203"/>
                    </a:cubicBezTo>
                    <a:cubicBezTo>
                      <a:pt x="3549" y="6124"/>
                      <a:pt x="3611" y="5878"/>
                      <a:pt x="3655" y="5738"/>
                    </a:cubicBezTo>
                    <a:lnTo>
                      <a:pt x="3690" y="5773"/>
                    </a:lnTo>
                    <a:cubicBezTo>
                      <a:pt x="3795" y="5931"/>
                      <a:pt x="3892" y="6098"/>
                      <a:pt x="3980" y="6273"/>
                    </a:cubicBezTo>
                    <a:cubicBezTo>
                      <a:pt x="4129" y="6581"/>
                      <a:pt x="4243" y="6906"/>
                      <a:pt x="4357" y="7231"/>
                    </a:cubicBezTo>
                    <a:cubicBezTo>
                      <a:pt x="4366" y="7275"/>
                      <a:pt x="4384" y="7327"/>
                      <a:pt x="4401" y="7371"/>
                    </a:cubicBezTo>
                    <a:cubicBezTo>
                      <a:pt x="4428" y="7468"/>
                      <a:pt x="4454" y="7564"/>
                      <a:pt x="4463" y="7652"/>
                    </a:cubicBezTo>
                    <a:cubicBezTo>
                      <a:pt x="4463" y="7679"/>
                      <a:pt x="4463" y="7714"/>
                      <a:pt x="4463" y="7740"/>
                    </a:cubicBezTo>
                    <a:cubicBezTo>
                      <a:pt x="4463" y="7802"/>
                      <a:pt x="4463" y="7863"/>
                      <a:pt x="4445" y="7925"/>
                    </a:cubicBezTo>
                    <a:cubicBezTo>
                      <a:pt x="4428" y="7977"/>
                      <a:pt x="4401" y="8030"/>
                      <a:pt x="4393" y="8083"/>
                    </a:cubicBezTo>
                    <a:cubicBezTo>
                      <a:pt x="4375" y="8206"/>
                      <a:pt x="4428" y="8337"/>
                      <a:pt x="4472" y="8452"/>
                    </a:cubicBezTo>
                    <a:cubicBezTo>
                      <a:pt x="4603" y="8803"/>
                      <a:pt x="4665" y="9128"/>
                      <a:pt x="4621" y="9497"/>
                    </a:cubicBezTo>
                    <a:lnTo>
                      <a:pt x="5438" y="9497"/>
                    </a:lnTo>
                    <a:cubicBezTo>
                      <a:pt x="5376" y="9128"/>
                      <a:pt x="5350" y="8759"/>
                      <a:pt x="5359" y="8381"/>
                    </a:cubicBezTo>
                    <a:cubicBezTo>
                      <a:pt x="5367" y="8153"/>
                      <a:pt x="5394" y="7907"/>
                      <a:pt x="5517" y="7705"/>
                    </a:cubicBezTo>
                    <a:cubicBezTo>
                      <a:pt x="5526" y="7696"/>
                      <a:pt x="5534" y="7679"/>
                      <a:pt x="5543" y="7670"/>
                    </a:cubicBezTo>
                    <a:lnTo>
                      <a:pt x="5552" y="7652"/>
                    </a:lnTo>
                    <a:cubicBezTo>
                      <a:pt x="5570" y="7635"/>
                      <a:pt x="5578" y="7617"/>
                      <a:pt x="5596" y="7608"/>
                    </a:cubicBezTo>
                    <a:cubicBezTo>
                      <a:pt x="5701" y="7477"/>
                      <a:pt x="5833" y="7371"/>
                      <a:pt x="5965" y="7257"/>
                    </a:cubicBezTo>
                    <a:cubicBezTo>
                      <a:pt x="5991" y="7231"/>
                      <a:pt x="6017" y="7213"/>
                      <a:pt x="6044" y="7187"/>
                    </a:cubicBezTo>
                    <a:cubicBezTo>
                      <a:pt x="6246" y="6985"/>
                      <a:pt x="6422" y="6739"/>
                      <a:pt x="6509" y="6467"/>
                    </a:cubicBezTo>
                    <a:cubicBezTo>
                      <a:pt x="6527" y="6414"/>
                      <a:pt x="6544" y="6352"/>
                      <a:pt x="6562" y="6291"/>
                    </a:cubicBezTo>
                    <a:cubicBezTo>
                      <a:pt x="6632" y="6300"/>
                      <a:pt x="6703" y="6308"/>
                      <a:pt x="6773" y="6317"/>
                    </a:cubicBezTo>
                    <a:cubicBezTo>
                      <a:pt x="7030" y="6343"/>
                      <a:pt x="7294" y="6356"/>
                      <a:pt x="7560" y="6356"/>
                    </a:cubicBezTo>
                    <a:cubicBezTo>
                      <a:pt x="7847" y="6356"/>
                      <a:pt x="8137" y="6340"/>
                      <a:pt x="8424" y="6308"/>
                    </a:cubicBezTo>
                    <a:cubicBezTo>
                      <a:pt x="8960" y="6238"/>
                      <a:pt x="9496" y="6106"/>
                      <a:pt x="9970" y="5887"/>
                    </a:cubicBezTo>
                    <a:cubicBezTo>
                      <a:pt x="10111" y="5817"/>
                      <a:pt x="10242" y="5746"/>
                      <a:pt x="10374" y="5667"/>
                    </a:cubicBezTo>
                    <a:cubicBezTo>
                      <a:pt x="10383" y="5676"/>
                      <a:pt x="10400" y="5685"/>
                      <a:pt x="10418" y="5685"/>
                    </a:cubicBezTo>
                    <a:cubicBezTo>
                      <a:pt x="10541" y="5738"/>
                      <a:pt x="10655" y="5799"/>
                      <a:pt x="10761" y="5860"/>
                    </a:cubicBezTo>
                    <a:cubicBezTo>
                      <a:pt x="11033" y="6010"/>
                      <a:pt x="11270" y="6203"/>
                      <a:pt x="11481" y="6423"/>
                    </a:cubicBezTo>
                    <a:cubicBezTo>
                      <a:pt x="11507" y="6449"/>
                      <a:pt x="11534" y="6475"/>
                      <a:pt x="11560" y="6510"/>
                    </a:cubicBezTo>
                    <a:cubicBezTo>
                      <a:pt x="11586" y="6537"/>
                      <a:pt x="11613" y="6563"/>
                      <a:pt x="11639" y="6598"/>
                    </a:cubicBezTo>
                    <a:cubicBezTo>
                      <a:pt x="11683" y="6651"/>
                      <a:pt x="11727" y="6712"/>
                      <a:pt x="11771" y="6765"/>
                    </a:cubicBezTo>
                    <a:cubicBezTo>
                      <a:pt x="11859" y="6897"/>
                      <a:pt x="11938" y="7029"/>
                      <a:pt x="12008" y="7160"/>
                    </a:cubicBezTo>
                    <a:cubicBezTo>
                      <a:pt x="12025" y="7196"/>
                      <a:pt x="12043" y="7231"/>
                      <a:pt x="12061" y="7266"/>
                    </a:cubicBezTo>
                    <a:cubicBezTo>
                      <a:pt x="12078" y="7301"/>
                      <a:pt x="12087" y="7327"/>
                      <a:pt x="12096" y="7354"/>
                    </a:cubicBezTo>
                    <a:cubicBezTo>
                      <a:pt x="12113" y="7389"/>
                      <a:pt x="12122" y="7415"/>
                      <a:pt x="12140" y="7442"/>
                    </a:cubicBezTo>
                    <a:cubicBezTo>
                      <a:pt x="12148" y="7477"/>
                      <a:pt x="12157" y="7503"/>
                      <a:pt x="12175" y="7538"/>
                    </a:cubicBezTo>
                    <a:cubicBezTo>
                      <a:pt x="12192" y="7591"/>
                      <a:pt x="12210" y="7652"/>
                      <a:pt x="12236" y="7714"/>
                    </a:cubicBezTo>
                    <a:cubicBezTo>
                      <a:pt x="12254" y="7767"/>
                      <a:pt x="12263" y="7828"/>
                      <a:pt x="12280" y="7881"/>
                    </a:cubicBezTo>
                    <a:cubicBezTo>
                      <a:pt x="12403" y="8364"/>
                      <a:pt x="12412" y="8864"/>
                      <a:pt x="12289" y="9348"/>
                    </a:cubicBezTo>
                    <a:lnTo>
                      <a:pt x="12825" y="9330"/>
                    </a:lnTo>
                    <a:cubicBezTo>
                      <a:pt x="12746" y="8680"/>
                      <a:pt x="12851" y="8004"/>
                      <a:pt x="13132" y="7406"/>
                    </a:cubicBezTo>
                    <a:cubicBezTo>
                      <a:pt x="13185" y="7301"/>
                      <a:pt x="13246" y="7187"/>
                      <a:pt x="13238" y="7073"/>
                    </a:cubicBezTo>
                    <a:cubicBezTo>
                      <a:pt x="13229" y="6818"/>
                      <a:pt x="12948" y="6677"/>
                      <a:pt x="12772" y="6484"/>
                    </a:cubicBezTo>
                    <a:cubicBezTo>
                      <a:pt x="12631" y="6326"/>
                      <a:pt x="12561" y="6124"/>
                      <a:pt x="12544" y="5904"/>
                    </a:cubicBezTo>
                    <a:cubicBezTo>
                      <a:pt x="12535" y="5817"/>
                      <a:pt x="12544" y="5720"/>
                      <a:pt x="12552" y="5623"/>
                    </a:cubicBezTo>
                    <a:cubicBezTo>
                      <a:pt x="12588" y="5325"/>
                      <a:pt x="12711" y="5044"/>
                      <a:pt x="12825" y="4754"/>
                    </a:cubicBezTo>
                    <a:cubicBezTo>
                      <a:pt x="12965" y="4385"/>
                      <a:pt x="13097" y="4007"/>
                      <a:pt x="13141" y="3603"/>
                    </a:cubicBezTo>
                    <a:cubicBezTo>
                      <a:pt x="13150" y="3586"/>
                      <a:pt x="13150" y="3559"/>
                      <a:pt x="13150" y="3533"/>
                    </a:cubicBezTo>
                    <a:cubicBezTo>
                      <a:pt x="13158" y="3480"/>
                      <a:pt x="13158" y="3427"/>
                      <a:pt x="13158" y="3375"/>
                    </a:cubicBezTo>
                    <a:cubicBezTo>
                      <a:pt x="13167" y="2997"/>
                      <a:pt x="13079" y="2628"/>
                      <a:pt x="12860" y="2329"/>
                    </a:cubicBezTo>
                    <a:cubicBezTo>
                      <a:pt x="12552" y="1890"/>
                      <a:pt x="12025" y="1679"/>
                      <a:pt x="11498" y="1557"/>
                    </a:cubicBezTo>
                    <a:cubicBezTo>
                      <a:pt x="10980" y="1442"/>
                      <a:pt x="10444" y="1390"/>
                      <a:pt x="9952" y="1196"/>
                    </a:cubicBezTo>
                    <a:cubicBezTo>
                      <a:pt x="9575" y="1047"/>
                      <a:pt x="9232" y="819"/>
                      <a:pt x="8881" y="625"/>
                    </a:cubicBezTo>
                    <a:cubicBezTo>
                      <a:pt x="8106" y="219"/>
                      <a:pt x="7230" y="1"/>
                      <a:pt x="635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9" name="Google Shape;2066;p72">
                <a:extLst>
                  <a:ext uri="{FF2B5EF4-FFF2-40B4-BE49-F238E27FC236}">
                    <a16:creationId xmlns:a16="http://schemas.microsoft.com/office/drawing/2014/main" id="{D68FDC97-B0CA-4D9D-9174-3CE9D2C92C15}"/>
                  </a:ext>
                </a:extLst>
              </p:cNvPr>
              <p:cNvSpPr/>
              <p:nvPr/>
            </p:nvSpPr>
            <p:spPr>
              <a:xfrm>
                <a:off x="2553150" y="2068325"/>
                <a:ext cx="95550" cy="148550"/>
              </a:xfrm>
              <a:custGeom>
                <a:avLst/>
                <a:gdLst/>
                <a:ahLst/>
                <a:cxnLst/>
                <a:rect l="l" t="t" r="r" b="b"/>
                <a:pathLst>
                  <a:path w="3822" h="5942" extrusionOk="0">
                    <a:moveTo>
                      <a:pt x="2724" y="0"/>
                    </a:moveTo>
                    <a:cubicBezTo>
                      <a:pt x="2673" y="0"/>
                      <a:pt x="2586" y="74"/>
                      <a:pt x="2539" y="126"/>
                    </a:cubicBezTo>
                    <a:cubicBezTo>
                      <a:pt x="2487" y="188"/>
                      <a:pt x="2451" y="240"/>
                      <a:pt x="2416" y="258"/>
                    </a:cubicBezTo>
                    <a:cubicBezTo>
                      <a:pt x="1722" y="1154"/>
                      <a:pt x="730" y="1022"/>
                      <a:pt x="282" y="1751"/>
                    </a:cubicBezTo>
                    <a:cubicBezTo>
                      <a:pt x="150" y="1971"/>
                      <a:pt x="89" y="2173"/>
                      <a:pt x="62" y="2348"/>
                    </a:cubicBezTo>
                    <a:cubicBezTo>
                      <a:pt x="1" y="2752"/>
                      <a:pt x="150" y="3007"/>
                      <a:pt x="150" y="3007"/>
                    </a:cubicBezTo>
                    <a:cubicBezTo>
                      <a:pt x="97" y="3244"/>
                      <a:pt x="133" y="3780"/>
                      <a:pt x="150" y="3991"/>
                    </a:cubicBezTo>
                    <a:cubicBezTo>
                      <a:pt x="150" y="4052"/>
                      <a:pt x="150" y="4088"/>
                      <a:pt x="150" y="4088"/>
                    </a:cubicBezTo>
                    <a:cubicBezTo>
                      <a:pt x="141" y="4211"/>
                      <a:pt x="115" y="4316"/>
                      <a:pt x="97" y="4439"/>
                    </a:cubicBezTo>
                    <a:cubicBezTo>
                      <a:pt x="80" y="4579"/>
                      <a:pt x="62" y="4738"/>
                      <a:pt x="159" y="4843"/>
                    </a:cubicBezTo>
                    <a:cubicBezTo>
                      <a:pt x="229" y="4922"/>
                      <a:pt x="335" y="4948"/>
                      <a:pt x="431" y="4966"/>
                    </a:cubicBezTo>
                    <a:cubicBezTo>
                      <a:pt x="493" y="4983"/>
                      <a:pt x="545" y="4992"/>
                      <a:pt x="607" y="5010"/>
                    </a:cubicBezTo>
                    <a:cubicBezTo>
                      <a:pt x="624" y="5010"/>
                      <a:pt x="642" y="5001"/>
                      <a:pt x="651" y="4992"/>
                    </a:cubicBezTo>
                    <a:lnTo>
                      <a:pt x="1020" y="4527"/>
                    </a:lnTo>
                    <a:lnTo>
                      <a:pt x="774" y="5045"/>
                    </a:lnTo>
                    <a:cubicBezTo>
                      <a:pt x="888" y="5071"/>
                      <a:pt x="993" y="5089"/>
                      <a:pt x="1099" y="5115"/>
                    </a:cubicBezTo>
                    <a:cubicBezTo>
                      <a:pt x="1125" y="5124"/>
                      <a:pt x="1160" y="5133"/>
                      <a:pt x="1187" y="5142"/>
                    </a:cubicBezTo>
                    <a:cubicBezTo>
                      <a:pt x="1248" y="5159"/>
                      <a:pt x="1310" y="5186"/>
                      <a:pt x="1345" y="5238"/>
                    </a:cubicBezTo>
                    <a:cubicBezTo>
                      <a:pt x="1406" y="5317"/>
                      <a:pt x="1397" y="5423"/>
                      <a:pt x="1415" y="5519"/>
                    </a:cubicBezTo>
                    <a:cubicBezTo>
                      <a:pt x="1441" y="5686"/>
                      <a:pt x="1529" y="5835"/>
                      <a:pt x="1670" y="5932"/>
                    </a:cubicBezTo>
                    <a:cubicBezTo>
                      <a:pt x="1678" y="5938"/>
                      <a:pt x="1687" y="5941"/>
                      <a:pt x="1696" y="5941"/>
                    </a:cubicBezTo>
                    <a:cubicBezTo>
                      <a:pt x="1723" y="5941"/>
                      <a:pt x="1749" y="5913"/>
                      <a:pt x="1749" y="5879"/>
                    </a:cubicBezTo>
                    <a:cubicBezTo>
                      <a:pt x="1749" y="5756"/>
                      <a:pt x="1819" y="5633"/>
                      <a:pt x="1924" y="5546"/>
                    </a:cubicBezTo>
                    <a:cubicBezTo>
                      <a:pt x="2065" y="5440"/>
                      <a:pt x="2223" y="5361"/>
                      <a:pt x="2337" y="5229"/>
                    </a:cubicBezTo>
                    <a:cubicBezTo>
                      <a:pt x="2522" y="5010"/>
                      <a:pt x="2522" y="4694"/>
                      <a:pt x="2513" y="4413"/>
                    </a:cubicBezTo>
                    <a:lnTo>
                      <a:pt x="2513" y="4413"/>
                    </a:lnTo>
                    <a:cubicBezTo>
                      <a:pt x="2586" y="4543"/>
                      <a:pt x="2690" y="4696"/>
                      <a:pt x="2838" y="4696"/>
                    </a:cubicBezTo>
                    <a:cubicBezTo>
                      <a:pt x="2850" y="4696"/>
                      <a:pt x="2861" y="4695"/>
                      <a:pt x="2873" y="4694"/>
                    </a:cubicBezTo>
                    <a:cubicBezTo>
                      <a:pt x="3005" y="4667"/>
                      <a:pt x="3066" y="4509"/>
                      <a:pt x="3110" y="4369"/>
                    </a:cubicBezTo>
                    <a:cubicBezTo>
                      <a:pt x="3122" y="4466"/>
                      <a:pt x="3220" y="4519"/>
                      <a:pt x="3321" y="4519"/>
                    </a:cubicBezTo>
                    <a:cubicBezTo>
                      <a:pt x="3374" y="4519"/>
                      <a:pt x="3428" y="4504"/>
                      <a:pt x="3470" y="4474"/>
                    </a:cubicBezTo>
                    <a:cubicBezTo>
                      <a:pt x="3593" y="4395"/>
                      <a:pt x="3655" y="4149"/>
                      <a:pt x="3699" y="4009"/>
                    </a:cubicBezTo>
                    <a:lnTo>
                      <a:pt x="3734" y="4044"/>
                    </a:lnTo>
                    <a:cubicBezTo>
                      <a:pt x="3751" y="3991"/>
                      <a:pt x="3787" y="3938"/>
                      <a:pt x="3804" y="3877"/>
                    </a:cubicBezTo>
                    <a:cubicBezTo>
                      <a:pt x="3822" y="3763"/>
                      <a:pt x="3751" y="3648"/>
                      <a:pt x="3769" y="3534"/>
                    </a:cubicBezTo>
                    <a:cubicBezTo>
                      <a:pt x="3769" y="3499"/>
                      <a:pt x="3787" y="3455"/>
                      <a:pt x="3795" y="3420"/>
                    </a:cubicBezTo>
                    <a:cubicBezTo>
                      <a:pt x="3822" y="3279"/>
                      <a:pt x="3716" y="3139"/>
                      <a:pt x="3584" y="3077"/>
                    </a:cubicBezTo>
                    <a:cubicBezTo>
                      <a:pt x="3453" y="3007"/>
                      <a:pt x="3303" y="3007"/>
                      <a:pt x="3163" y="3007"/>
                    </a:cubicBezTo>
                    <a:cubicBezTo>
                      <a:pt x="3277" y="2893"/>
                      <a:pt x="3286" y="2700"/>
                      <a:pt x="3207" y="2559"/>
                    </a:cubicBezTo>
                    <a:cubicBezTo>
                      <a:pt x="3119" y="2419"/>
                      <a:pt x="2978" y="2322"/>
                      <a:pt x="2838" y="2261"/>
                    </a:cubicBezTo>
                    <a:lnTo>
                      <a:pt x="2873" y="2208"/>
                    </a:lnTo>
                    <a:cubicBezTo>
                      <a:pt x="2970" y="2067"/>
                      <a:pt x="3066" y="1918"/>
                      <a:pt x="3075" y="1742"/>
                    </a:cubicBezTo>
                    <a:cubicBezTo>
                      <a:pt x="3084" y="1553"/>
                      <a:pt x="2949" y="1347"/>
                      <a:pt x="2762" y="1347"/>
                    </a:cubicBezTo>
                    <a:cubicBezTo>
                      <a:pt x="2758" y="1347"/>
                      <a:pt x="2754" y="1347"/>
                      <a:pt x="2750" y="1347"/>
                    </a:cubicBezTo>
                    <a:cubicBezTo>
                      <a:pt x="2847" y="1259"/>
                      <a:pt x="2873" y="1119"/>
                      <a:pt x="2838" y="996"/>
                    </a:cubicBezTo>
                    <a:cubicBezTo>
                      <a:pt x="2794" y="882"/>
                      <a:pt x="2671" y="785"/>
                      <a:pt x="2548" y="776"/>
                    </a:cubicBezTo>
                    <a:cubicBezTo>
                      <a:pt x="2627" y="565"/>
                      <a:pt x="2697" y="346"/>
                      <a:pt x="2750" y="135"/>
                    </a:cubicBezTo>
                    <a:cubicBezTo>
                      <a:pt x="2775" y="35"/>
                      <a:pt x="2758" y="0"/>
                      <a:pt x="2724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0" name="Google Shape;2067;p72">
                <a:extLst>
                  <a:ext uri="{FF2B5EF4-FFF2-40B4-BE49-F238E27FC236}">
                    <a16:creationId xmlns:a16="http://schemas.microsoft.com/office/drawing/2014/main" id="{82A9BD15-8447-4AB1-AE92-7FA088A58865}"/>
                  </a:ext>
                </a:extLst>
              </p:cNvPr>
              <p:cNvSpPr/>
              <p:nvPr/>
            </p:nvSpPr>
            <p:spPr>
              <a:xfrm>
                <a:off x="2653725" y="2168500"/>
                <a:ext cx="63500" cy="94025"/>
              </a:xfrm>
              <a:custGeom>
                <a:avLst/>
                <a:gdLst/>
                <a:ahLst/>
                <a:cxnLst/>
                <a:rect l="l" t="t" r="r" b="b"/>
                <a:pathLst>
                  <a:path w="2540" h="3761" extrusionOk="0">
                    <a:moveTo>
                      <a:pt x="1101" y="1"/>
                    </a:moveTo>
                    <a:cubicBezTo>
                      <a:pt x="886" y="1"/>
                      <a:pt x="670" y="165"/>
                      <a:pt x="677" y="379"/>
                    </a:cubicBezTo>
                    <a:cubicBezTo>
                      <a:pt x="613" y="295"/>
                      <a:pt x="513" y="256"/>
                      <a:pt x="410" y="256"/>
                    </a:cubicBezTo>
                    <a:cubicBezTo>
                      <a:pt x="288" y="256"/>
                      <a:pt x="161" y="310"/>
                      <a:pt x="80" y="406"/>
                    </a:cubicBezTo>
                    <a:cubicBezTo>
                      <a:pt x="53" y="441"/>
                      <a:pt x="18" y="493"/>
                      <a:pt x="1" y="537"/>
                    </a:cubicBezTo>
                    <a:cubicBezTo>
                      <a:pt x="150" y="845"/>
                      <a:pt x="264" y="1170"/>
                      <a:pt x="378" y="1495"/>
                    </a:cubicBezTo>
                    <a:cubicBezTo>
                      <a:pt x="387" y="1539"/>
                      <a:pt x="405" y="1591"/>
                      <a:pt x="422" y="1635"/>
                    </a:cubicBezTo>
                    <a:cubicBezTo>
                      <a:pt x="475" y="1820"/>
                      <a:pt x="510" y="2004"/>
                      <a:pt x="466" y="2189"/>
                    </a:cubicBezTo>
                    <a:cubicBezTo>
                      <a:pt x="449" y="2241"/>
                      <a:pt x="422" y="2294"/>
                      <a:pt x="414" y="2347"/>
                    </a:cubicBezTo>
                    <a:cubicBezTo>
                      <a:pt x="396" y="2470"/>
                      <a:pt x="449" y="2601"/>
                      <a:pt x="493" y="2716"/>
                    </a:cubicBezTo>
                    <a:cubicBezTo>
                      <a:pt x="624" y="3067"/>
                      <a:pt x="686" y="3392"/>
                      <a:pt x="642" y="3761"/>
                    </a:cubicBezTo>
                    <a:lnTo>
                      <a:pt x="1459" y="3761"/>
                    </a:lnTo>
                    <a:cubicBezTo>
                      <a:pt x="1397" y="3392"/>
                      <a:pt x="1371" y="3023"/>
                      <a:pt x="1380" y="2645"/>
                    </a:cubicBezTo>
                    <a:cubicBezTo>
                      <a:pt x="1388" y="2417"/>
                      <a:pt x="1415" y="2171"/>
                      <a:pt x="1538" y="1969"/>
                    </a:cubicBezTo>
                    <a:cubicBezTo>
                      <a:pt x="1547" y="1960"/>
                      <a:pt x="1555" y="1943"/>
                      <a:pt x="1564" y="1934"/>
                    </a:cubicBezTo>
                    <a:cubicBezTo>
                      <a:pt x="1696" y="1741"/>
                      <a:pt x="1898" y="1609"/>
                      <a:pt x="2065" y="1451"/>
                    </a:cubicBezTo>
                    <a:cubicBezTo>
                      <a:pt x="2267" y="1249"/>
                      <a:pt x="2443" y="1003"/>
                      <a:pt x="2530" y="731"/>
                    </a:cubicBezTo>
                    <a:cubicBezTo>
                      <a:pt x="2539" y="564"/>
                      <a:pt x="2522" y="397"/>
                      <a:pt x="2495" y="230"/>
                    </a:cubicBezTo>
                    <a:cubicBezTo>
                      <a:pt x="2486" y="186"/>
                      <a:pt x="2478" y="151"/>
                      <a:pt x="2451" y="116"/>
                    </a:cubicBezTo>
                    <a:cubicBezTo>
                      <a:pt x="2420" y="80"/>
                      <a:pt x="2375" y="66"/>
                      <a:pt x="2327" y="66"/>
                    </a:cubicBezTo>
                    <a:cubicBezTo>
                      <a:pt x="2269" y="66"/>
                      <a:pt x="2206" y="87"/>
                      <a:pt x="2153" y="116"/>
                    </a:cubicBezTo>
                    <a:cubicBezTo>
                      <a:pt x="1942" y="221"/>
                      <a:pt x="1757" y="397"/>
                      <a:pt x="1643" y="599"/>
                    </a:cubicBezTo>
                    <a:cubicBezTo>
                      <a:pt x="1608" y="353"/>
                      <a:pt x="1459" y="98"/>
                      <a:pt x="1222" y="19"/>
                    </a:cubicBezTo>
                    <a:cubicBezTo>
                      <a:pt x="1182" y="6"/>
                      <a:pt x="1142" y="1"/>
                      <a:pt x="1101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068;p72">
                <a:extLst>
                  <a:ext uri="{FF2B5EF4-FFF2-40B4-BE49-F238E27FC236}">
                    <a16:creationId xmlns:a16="http://schemas.microsoft.com/office/drawing/2014/main" id="{2868359F-428A-45D6-A45E-D17D89257B0E}"/>
                  </a:ext>
                </a:extLst>
              </p:cNvPr>
              <p:cNvSpPr/>
              <p:nvPr/>
            </p:nvSpPr>
            <p:spPr>
              <a:xfrm>
                <a:off x="2551850" y="2089700"/>
                <a:ext cx="32300" cy="3190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76" extrusionOk="0">
                    <a:moveTo>
                      <a:pt x="0" y="0"/>
                    </a:moveTo>
                    <a:lnTo>
                      <a:pt x="0" y="0"/>
                    </a:lnTo>
                    <a:cubicBezTo>
                      <a:pt x="237" y="413"/>
                      <a:pt x="501" y="861"/>
                      <a:pt x="729" y="1274"/>
                    </a:cubicBezTo>
                    <a:cubicBezTo>
                      <a:pt x="741" y="1275"/>
                      <a:pt x="753" y="1275"/>
                      <a:pt x="765" y="1275"/>
                    </a:cubicBezTo>
                    <a:cubicBezTo>
                      <a:pt x="991" y="1275"/>
                      <a:pt x="1216" y="1121"/>
                      <a:pt x="1291" y="896"/>
                    </a:cubicBezTo>
                    <a:cubicBezTo>
                      <a:pt x="958" y="518"/>
                      <a:pt x="474" y="158"/>
                      <a:pt x="0" y="0"/>
                    </a:cubicBezTo>
                    <a:close/>
                  </a:path>
                </a:pathLst>
              </a:custGeom>
              <a:solidFill>
                <a:srgbClr val="F7EFD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069;p72">
                <a:extLst>
                  <a:ext uri="{FF2B5EF4-FFF2-40B4-BE49-F238E27FC236}">
                    <a16:creationId xmlns:a16="http://schemas.microsoft.com/office/drawing/2014/main" id="{798B6A71-0E9D-4114-A213-A747B796EABB}"/>
                  </a:ext>
                </a:extLst>
              </p:cNvPr>
              <p:cNvSpPr/>
              <p:nvPr/>
            </p:nvSpPr>
            <p:spPr>
              <a:xfrm>
                <a:off x="2823250" y="2164575"/>
                <a:ext cx="62175" cy="94225"/>
              </a:xfrm>
              <a:custGeom>
                <a:avLst/>
                <a:gdLst/>
                <a:ahLst/>
                <a:cxnLst/>
                <a:rect l="l" t="t" r="r" b="b"/>
                <a:pathLst>
                  <a:path w="2487" h="3769" extrusionOk="0">
                    <a:moveTo>
                      <a:pt x="800" y="0"/>
                    </a:moveTo>
                    <a:cubicBezTo>
                      <a:pt x="615" y="0"/>
                      <a:pt x="431" y="150"/>
                      <a:pt x="440" y="334"/>
                    </a:cubicBezTo>
                    <a:cubicBezTo>
                      <a:pt x="377" y="267"/>
                      <a:pt x="285" y="233"/>
                      <a:pt x="190" y="233"/>
                    </a:cubicBezTo>
                    <a:cubicBezTo>
                      <a:pt x="124" y="233"/>
                      <a:pt x="58" y="249"/>
                      <a:pt x="1" y="281"/>
                    </a:cubicBezTo>
                    <a:cubicBezTo>
                      <a:pt x="536" y="580"/>
                      <a:pt x="976" y="1046"/>
                      <a:pt x="1248" y="1581"/>
                    </a:cubicBezTo>
                    <a:cubicBezTo>
                      <a:pt x="1590" y="2258"/>
                      <a:pt x="1722" y="3040"/>
                      <a:pt x="1529" y="3769"/>
                    </a:cubicBezTo>
                    <a:lnTo>
                      <a:pt x="2065" y="3751"/>
                    </a:lnTo>
                    <a:cubicBezTo>
                      <a:pt x="1986" y="3101"/>
                      <a:pt x="2091" y="2425"/>
                      <a:pt x="2372" y="1827"/>
                    </a:cubicBezTo>
                    <a:cubicBezTo>
                      <a:pt x="2425" y="1722"/>
                      <a:pt x="2486" y="1608"/>
                      <a:pt x="2478" y="1494"/>
                    </a:cubicBezTo>
                    <a:cubicBezTo>
                      <a:pt x="2469" y="1239"/>
                      <a:pt x="2188" y="1098"/>
                      <a:pt x="2012" y="905"/>
                    </a:cubicBezTo>
                    <a:cubicBezTo>
                      <a:pt x="1871" y="747"/>
                      <a:pt x="1801" y="545"/>
                      <a:pt x="1784" y="325"/>
                    </a:cubicBezTo>
                    <a:cubicBezTo>
                      <a:pt x="1687" y="431"/>
                      <a:pt x="1617" y="563"/>
                      <a:pt x="1599" y="703"/>
                    </a:cubicBezTo>
                    <a:cubicBezTo>
                      <a:pt x="1485" y="563"/>
                      <a:pt x="1397" y="396"/>
                      <a:pt x="1274" y="255"/>
                    </a:cubicBezTo>
                    <a:cubicBezTo>
                      <a:pt x="1151" y="115"/>
                      <a:pt x="984" y="0"/>
                      <a:pt x="800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070;p72">
                <a:extLst>
                  <a:ext uri="{FF2B5EF4-FFF2-40B4-BE49-F238E27FC236}">
                    <a16:creationId xmlns:a16="http://schemas.microsoft.com/office/drawing/2014/main" id="{835151EB-2213-4338-A062-749A9CFF2EFF}"/>
                  </a:ext>
                </a:extLst>
              </p:cNvPr>
              <p:cNvSpPr/>
              <p:nvPr/>
            </p:nvSpPr>
            <p:spPr>
              <a:xfrm>
                <a:off x="2709950" y="2137775"/>
                <a:ext cx="13625" cy="45275"/>
              </a:xfrm>
              <a:custGeom>
                <a:avLst/>
                <a:gdLst/>
                <a:ahLst/>
                <a:cxnLst/>
                <a:rect l="l" t="t" r="r" b="b"/>
                <a:pathLst>
                  <a:path w="545" h="1811" extrusionOk="0">
                    <a:moveTo>
                      <a:pt x="0" y="1"/>
                    </a:moveTo>
                    <a:cubicBezTo>
                      <a:pt x="141" y="343"/>
                      <a:pt x="273" y="686"/>
                      <a:pt x="334" y="1046"/>
                    </a:cubicBezTo>
                    <a:cubicBezTo>
                      <a:pt x="369" y="1292"/>
                      <a:pt x="378" y="1547"/>
                      <a:pt x="334" y="1784"/>
                    </a:cubicBezTo>
                    <a:cubicBezTo>
                      <a:pt x="404" y="1793"/>
                      <a:pt x="475" y="1801"/>
                      <a:pt x="545" y="1810"/>
                    </a:cubicBezTo>
                    <a:cubicBezTo>
                      <a:pt x="545" y="1740"/>
                      <a:pt x="536" y="1670"/>
                      <a:pt x="527" y="1608"/>
                    </a:cubicBezTo>
                    <a:cubicBezTo>
                      <a:pt x="448" y="1037"/>
                      <a:pt x="273" y="510"/>
                      <a:pt x="0" y="1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071;p72">
                <a:extLst>
                  <a:ext uri="{FF2B5EF4-FFF2-40B4-BE49-F238E27FC236}">
                    <a16:creationId xmlns:a16="http://schemas.microsoft.com/office/drawing/2014/main" id="{5073DCD2-B5A6-482B-8F66-9AD39B617188}"/>
                  </a:ext>
                </a:extLst>
              </p:cNvPr>
              <p:cNvSpPr/>
              <p:nvPr/>
            </p:nvSpPr>
            <p:spPr>
              <a:xfrm>
                <a:off x="2770325" y="2120000"/>
                <a:ext cx="44400" cy="52275"/>
              </a:xfrm>
              <a:custGeom>
                <a:avLst/>
                <a:gdLst/>
                <a:ahLst/>
                <a:cxnLst/>
                <a:rect l="l" t="t" r="r" b="b"/>
                <a:pathLst>
                  <a:path w="1776" h="2091" extrusionOk="0">
                    <a:moveTo>
                      <a:pt x="1" y="0"/>
                    </a:moveTo>
                    <a:cubicBezTo>
                      <a:pt x="36" y="352"/>
                      <a:pt x="132" y="747"/>
                      <a:pt x="326" y="1046"/>
                    </a:cubicBezTo>
                    <a:cubicBezTo>
                      <a:pt x="493" y="1309"/>
                      <a:pt x="598" y="1450"/>
                      <a:pt x="853" y="1634"/>
                    </a:cubicBezTo>
                    <a:cubicBezTo>
                      <a:pt x="1028" y="1757"/>
                      <a:pt x="1213" y="1906"/>
                      <a:pt x="1327" y="2091"/>
                    </a:cubicBezTo>
                    <a:cubicBezTo>
                      <a:pt x="1468" y="2021"/>
                      <a:pt x="1599" y="1950"/>
                      <a:pt x="1731" y="1871"/>
                    </a:cubicBezTo>
                    <a:cubicBezTo>
                      <a:pt x="1740" y="1880"/>
                      <a:pt x="1757" y="1889"/>
                      <a:pt x="1775" y="1889"/>
                    </a:cubicBezTo>
                    <a:cubicBezTo>
                      <a:pt x="1599" y="1678"/>
                      <a:pt x="1292" y="1581"/>
                      <a:pt x="1046" y="1450"/>
                    </a:cubicBezTo>
                    <a:cubicBezTo>
                      <a:pt x="501" y="1160"/>
                      <a:pt x="106" y="606"/>
                      <a:pt x="1" y="0"/>
                    </a:cubicBezTo>
                    <a:close/>
                  </a:path>
                </a:pathLst>
              </a:custGeom>
              <a:solidFill>
                <a:srgbClr val="0000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DB0DA065-8E8E-4DAE-A92F-C83C4D0D3573}"/>
              </a:ext>
            </a:extLst>
          </p:cNvPr>
          <p:cNvSpPr txBox="1"/>
          <p:nvPr/>
        </p:nvSpPr>
        <p:spPr>
          <a:xfrm rot="419050">
            <a:off x="3266516" y="3332018"/>
            <a:ext cx="271891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916723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Unified Modeling Language (UML)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UML uses a three-box picture  to describe a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Top box:  Name of the class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Middle box:  Variables with information in “backwards order”</a:t>
            </a:r>
          </a:p>
          <a:p>
            <a:pPr marL="1511300" lvl="2" indent="-457200" algn="l">
              <a:buFont typeface="Arial" panose="020B0604020202020204" pitchFamily="34" charset="0"/>
              <a:buChar char="•"/>
            </a:pPr>
            <a:r>
              <a:rPr lang="en-US" sz="2400" b="1" dirty="0"/>
              <a:t>This is    Name: type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Bottom box:  Methods (also in backwards order)</a:t>
            </a:r>
          </a:p>
        </p:txBody>
      </p:sp>
    </p:spTree>
    <p:extLst>
      <p:ext uri="{BB962C8B-B14F-4D97-AF65-F5344CB8AC3E}">
        <p14:creationId xmlns:p14="http://schemas.microsoft.com/office/powerpoint/2010/main" val="13097682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UML for the Dog Class</a:t>
            </a:r>
          </a:p>
        </p:txBody>
      </p:sp>
      <p:pic>
        <p:nvPicPr>
          <p:cNvPr id="46" name="Content Placeholder 6">
            <a:extLst>
              <a:ext uri="{FF2B5EF4-FFF2-40B4-BE49-F238E27FC236}">
                <a16:creationId xmlns:a16="http://schemas.microsoft.com/office/drawing/2014/main" id="{BFB33773-0B96-429A-81B4-09E794E50D1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1699083" y="1091929"/>
            <a:ext cx="5362968" cy="3816544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353917089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Explanation of that UML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19" y="1181854"/>
            <a:ext cx="6549347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top box is the name of the class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middle box is a list of variables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Notice this is in “reverse” order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The format is name, then a colon, then the type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 bottom box is a list of the methods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Each method has a signature and  type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Again, the order is reversed</a:t>
            </a:r>
          </a:p>
        </p:txBody>
      </p:sp>
    </p:spTree>
    <p:extLst>
      <p:ext uri="{BB962C8B-B14F-4D97-AF65-F5344CB8AC3E}">
        <p14:creationId xmlns:p14="http://schemas.microsoft.com/office/powerpoint/2010/main" val="16334574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Those +, - Signs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517626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There are + and – signs in front of variables and methods</a:t>
            </a:r>
          </a:p>
          <a:p>
            <a:pPr marL="596900" lvl="1" indent="0" algn="l"/>
            <a:r>
              <a:rPr lang="en-US" sz="2600" b="1" dirty="0"/>
              <a:t>	+ means the item is public</a:t>
            </a:r>
          </a:p>
          <a:p>
            <a:pPr marL="596900" lvl="1" indent="0" algn="l"/>
            <a:r>
              <a:rPr lang="en-US" sz="2600" b="1" dirty="0"/>
              <a:t>	- means the item is private</a:t>
            </a:r>
          </a:p>
        </p:txBody>
      </p:sp>
    </p:spTree>
    <p:extLst>
      <p:ext uri="{BB962C8B-B14F-4D97-AF65-F5344CB8AC3E}">
        <p14:creationId xmlns:p14="http://schemas.microsoft.com/office/powerpoint/2010/main" val="16418993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33" name="Google Shape;1133;p56"/>
          <p:cNvGrpSpPr/>
          <p:nvPr/>
        </p:nvGrpSpPr>
        <p:grpSpPr>
          <a:xfrm rot="521372" flipH="1">
            <a:off x="7549343" y="575007"/>
            <a:ext cx="985059" cy="1714242"/>
            <a:chOff x="5128299" y="1737793"/>
            <a:chExt cx="1422782" cy="2475987"/>
          </a:xfrm>
        </p:grpSpPr>
        <p:grpSp>
          <p:nvGrpSpPr>
            <p:cNvPr id="1134" name="Google Shape;1134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35" name="Google Shape;1135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6" name="Google Shape;1136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7" name="Google Shape;1137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8" name="Google Shape;1138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39" name="Google Shape;1139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0" name="Google Shape;1140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1" name="Google Shape;1141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2" name="Google Shape;1142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3" name="Google Shape;1143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4" name="Google Shape;1144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5" name="Google Shape;1145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6" name="Google Shape;1146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47" name="Google Shape;1147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48" name="Google Shape;1148;p56"/>
            <p:cNvGrpSpPr/>
            <p:nvPr/>
          </p:nvGrpSpPr>
          <p:grpSpPr>
            <a:xfrm>
              <a:off x="5128299" y="1737793"/>
              <a:ext cx="1422782" cy="2475987"/>
              <a:chOff x="1897250" y="4483675"/>
              <a:chExt cx="255400" cy="444450"/>
            </a:xfrm>
          </p:grpSpPr>
          <p:sp>
            <p:nvSpPr>
              <p:cNvPr id="1149" name="Google Shape;1149;p56"/>
              <p:cNvSpPr/>
              <p:nvPr/>
            </p:nvSpPr>
            <p:spPr>
              <a:xfrm>
                <a:off x="1897250" y="4483675"/>
                <a:ext cx="255400" cy="444450"/>
              </a:xfrm>
              <a:custGeom>
                <a:avLst/>
                <a:gdLst/>
                <a:ahLst/>
                <a:cxnLst/>
                <a:rect l="l" t="t" r="r" b="b"/>
                <a:pathLst>
                  <a:path w="10216" h="17778" extrusionOk="0">
                    <a:moveTo>
                      <a:pt x="5849" y="1"/>
                    </a:moveTo>
                    <a:cubicBezTo>
                      <a:pt x="5643" y="1"/>
                      <a:pt x="5442" y="129"/>
                      <a:pt x="5288" y="298"/>
                    </a:cubicBezTo>
                    <a:cubicBezTo>
                      <a:pt x="5209" y="386"/>
                      <a:pt x="5139" y="474"/>
                      <a:pt x="5077" y="580"/>
                    </a:cubicBezTo>
                    <a:cubicBezTo>
                      <a:pt x="4822" y="1001"/>
                      <a:pt x="4726" y="1519"/>
                      <a:pt x="4691" y="2046"/>
                    </a:cubicBezTo>
                    <a:lnTo>
                      <a:pt x="4691" y="2055"/>
                    </a:lnTo>
                    <a:cubicBezTo>
                      <a:pt x="4673" y="2292"/>
                      <a:pt x="4664" y="2530"/>
                      <a:pt x="4656" y="2758"/>
                    </a:cubicBezTo>
                    <a:cubicBezTo>
                      <a:pt x="4647" y="3408"/>
                      <a:pt x="4638" y="4067"/>
                      <a:pt x="4620" y="4717"/>
                    </a:cubicBezTo>
                    <a:cubicBezTo>
                      <a:pt x="4620" y="4743"/>
                      <a:pt x="4620" y="4769"/>
                      <a:pt x="4620" y="4804"/>
                    </a:cubicBezTo>
                    <a:cubicBezTo>
                      <a:pt x="4620" y="4998"/>
                      <a:pt x="4612" y="5182"/>
                      <a:pt x="4612" y="5375"/>
                    </a:cubicBezTo>
                    <a:lnTo>
                      <a:pt x="4612" y="5384"/>
                    </a:lnTo>
                    <a:cubicBezTo>
                      <a:pt x="4585" y="6605"/>
                      <a:pt x="4568" y="7817"/>
                      <a:pt x="4541" y="9038"/>
                    </a:cubicBezTo>
                    <a:lnTo>
                      <a:pt x="4541" y="9047"/>
                    </a:lnTo>
                    <a:cubicBezTo>
                      <a:pt x="4541" y="9205"/>
                      <a:pt x="4533" y="9363"/>
                      <a:pt x="4533" y="9530"/>
                    </a:cubicBezTo>
                    <a:lnTo>
                      <a:pt x="4533" y="9539"/>
                    </a:lnTo>
                    <a:cubicBezTo>
                      <a:pt x="4524" y="10277"/>
                      <a:pt x="4506" y="11023"/>
                      <a:pt x="4489" y="11770"/>
                    </a:cubicBezTo>
                    <a:cubicBezTo>
                      <a:pt x="4489" y="12156"/>
                      <a:pt x="4480" y="12534"/>
                      <a:pt x="4471" y="12921"/>
                    </a:cubicBezTo>
                    <a:cubicBezTo>
                      <a:pt x="4462" y="12921"/>
                      <a:pt x="4454" y="12921"/>
                      <a:pt x="4436" y="12929"/>
                    </a:cubicBezTo>
                    <a:cubicBezTo>
                      <a:pt x="4225" y="12991"/>
                      <a:pt x="4006" y="13043"/>
                      <a:pt x="3786" y="13043"/>
                    </a:cubicBezTo>
                    <a:cubicBezTo>
                      <a:pt x="3725" y="13052"/>
                      <a:pt x="3672" y="13052"/>
                      <a:pt x="3619" y="13052"/>
                    </a:cubicBezTo>
                    <a:cubicBezTo>
                      <a:pt x="3268" y="13035"/>
                      <a:pt x="2934" y="12912"/>
                      <a:pt x="2662" y="12631"/>
                    </a:cubicBezTo>
                    <a:cubicBezTo>
                      <a:pt x="2064" y="11998"/>
                      <a:pt x="2064" y="10944"/>
                      <a:pt x="1511" y="10303"/>
                    </a:cubicBezTo>
                    <a:cubicBezTo>
                      <a:pt x="1494" y="10277"/>
                      <a:pt x="1476" y="10250"/>
                      <a:pt x="1450" y="10233"/>
                    </a:cubicBezTo>
                    <a:cubicBezTo>
                      <a:pt x="1414" y="10189"/>
                      <a:pt x="1362" y="10145"/>
                      <a:pt x="1318" y="10110"/>
                    </a:cubicBezTo>
                    <a:cubicBezTo>
                      <a:pt x="1256" y="10057"/>
                      <a:pt x="1186" y="10013"/>
                      <a:pt x="1107" y="10013"/>
                    </a:cubicBezTo>
                    <a:cubicBezTo>
                      <a:pt x="1019" y="10013"/>
                      <a:pt x="949" y="10057"/>
                      <a:pt x="879" y="10110"/>
                    </a:cubicBezTo>
                    <a:cubicBezTo>
                      <a:pt x="870" y="10110"/>
                      <a:pt x="870" y="10119"/>
                      <a:pt x="861" y="10127"/>
                    </a:cubicBezTo>
                    <a:cubicBezTo>
                      <a:pt x="835" y="10145"/>
                      <a:pt x="800" y="10171"/>
                      <a:pt x="773" y="10198"/>
                    </a:cubicBezTo>
                    <a:cubicBezTo>
                      <a:pt x="606" y="10356"/>
                      <a:pt x="483" y="10549"/>
                      <a:pt x="396" y="10760"/>
                    </a:cubicBezTo>
                    <a:cubicBezTo>
                      <a:pt x="360" y="10839"/>
                      <a:pt x="325" y="10909"/>
                      <a:pt x="308" y="10988"/>
                    </a:cubicBezTo>
                    <a:cubicBezTo>
                      <a:pt x="299" y="11014"/>
                      <a:pt x="290" y="11041"/>
                      <a:pt x="281" y="11076"/>
                    </a:cubicBezTo>
                    <a:cubicBezTo>
                      <a:pt x="0" y="12042"/>
                      <a:pt x="264" y="13140"/>
                      <a:pt x="905" y="13931"/>
                    </a:cubicBezTo>
                    <a:cubicBezTo>
                      <a:pt x="1537" y="14695"/>
                      <a:pt x="2495" y="15160"/>
                      <a:pt x="3487" y="15266"/>
                    </a:cubicBezTo>
                    <a:cubicBezTo>
                      <a:pt x="3505" y="15266"/>
                      <a:pt x="3523" y="15266"/>
                      <a:pt x="3540" y="15275"/>
                    </a:cubicBezTo>
                    <a:lnTo>
                      <a:pt x="3602" y="15275"/>
                    </a:lnTo>
                    <a:cubicBezTo>
                      <a:pt x="3654" y="15283"/>
                      <a:pt x="3716" y="15283"/>
                      <a:pt x="3760" y="15283"/>
                    </a:cubicBezTo>
                    <a:lnTo>
                      <a:pt x="3848" y="15283"/>
                    </a:lnTo>
                    <a:cubicBezTo>
                      <a:pt x="4050" y="15283"/>
                      <a:pt x="4243" y="15248"/>
                      <a:pt x="4427" y="15169"/>
                    </a:cubicBezTo>
                    <a:lnTo>
                      <a:pt x="4427" y="15169"/>
                    </a:lnTo>
                    <a:cubicBezTo>
                      <a:pt x="4427" y="15380"/>
                      <a:pt x="4418" y="15582"/>
                      <a:pt x="4418" y="15793"/>
                    </a:cubicBezTo>
                    <a:cubicBezTo>
                      <a:pt x="4410" y="16443"/>
                      <a:pt x="4366" y="17110"/>
                      <a:pt x="4348" y="17778"/>
                    </a:cubicBezTo>
                    <a:lnTo>
                      <a:pt x="6843" y="17778"/>
                    </a:lnTo>
                    <a:cubicBezTo>
                      <a:pt x="6851" y="16636"/>
                      <a:pt x="6895" y="15494"/>
                      <a:pt x="6948" y="14352"/>
                    </a:cubicBezTo>
                    <a:cubicBezTo>
                      <a:pt x="7045" y="14387"/>
                      <a:pt x="7133" y="14405"/>
                      <a:pt x="7220" y="14414"/>
                    </a:cubicBezTo>
                    <a:lnTo>
                      <a:pt x="7299" y="14414"/>
                    </a:lnTo>
                    <a:cubicBezTo>
                      <a:pt x="7343" y="14417"/>
                      <a:pt x="7387" y="14419"/>
                      <a:pt x="7430" y="14419"/>
                    </a:cubicBezTo>
                    <a:cubicBezTo>
                      <a:pt x="7492" y="14419"/>
                      <a:pt x="7554" y="14415"/>
                      <a:pt x="7616" y="14405"/>
                    </a:cubicBezTo>
                    <a:cubicBezTo>
                      <a:pt x="7642" y="14396"/>
                      <a:pt x="7668" y="14396"/>
                      <a:pt x="7686" y="14387"/>
                    </a:cubicBezTo>
                    <a:lnTo>
                      <a:pt x="7695" y="14387"/>
                    </a:lnTo>
                    <a:cubicBezTo>
                      <a:pt x="8108" y="14308"/>
                      <a:pt x="8494" y="14080"/>
                      <a:pt x="8775" y="13773"/>
                    </a:cubicBezTo>
                    <a:cubicBezTo>
                      <a:pt x="8793" y="13755"/>
                      <a:pt x="8810" y="13737"/>
                      <a:pt x="8828" y="13720"/>
                    </a:cubicBezTo>
                    <a:cubicBezTo>
                      <a:pt x="8863" y="13685"/>
                      <a:pt x="8889" y="13650"/>
                      <a:pt x="8916" y="13614"/>
                    </a:cubicBezTo>
                    <a:cubicBezTo>
                      <a:pt x="9311" y="13096"/>
                      <a:pt x="9478" y="12464"/>
                      <a:pt x="9618" y="11840"/>
                    </a:cubicBezTo>
                    <a:cubicBezTo>
                      <a:pt x="9636" y="11744"/>
                      <a:pt x="9662" y="11638"/>
                      <a:pt x="9689" y="11533"/>
                    </a:cubicBezTo>
                    <a:cubicBezTo>
                      <a:pt x="9706" y="11454"/>
                      <a:pt x="9715" y="11383"/>
                      <a:pt x="9733" y="11304"/>
                    </a:cubicBezTo>
                    <a:cubicBezTo>
                      <a:pt x="10014" y="9952"/>
                      <a:pt x="10207" y="8573"/>
                      <a:pt x="10216" y="7202"/>
                    </a:cubicBezTo>
                    <a:lnTo>
                      <a:pt x="10216" y="7194"/>
                    </a:lnTo>
                    <a:cubicBezTo>
                      <a:pt x="10216" y="7150"/>
                      <a:pt x="10216" y="7097"/>
                      <a:pt x="10216" y="7044"/>
                    </a:cubicBezTo>
                    <a:cubicBezTo>
                      <a:pt x="10216" y="6781"/>
                      <a:pt x="10207" y="6526"/>
                      <a:pt x="10198" y="6263"/>
                    </a:cubicBezTo>
                    <a:cubicBezTo>
                      <a:pt x="10189" y="6210"/>
                      <a:pt x="10189" y="6157"/>
                      <a:pt x="10180" y="6113"/>
                    </a:cubicBezTo>
                    <a:cubicBezTo>
                      <a:pt x="10180" y="6069"/>
                      <a:pt x="10172" y="6034"/>
                      <a:pt x="10172" y="5999"/>
                    </a:cubicBezTo>
                    <a:cubicBezTo>
                      <a:pt x="10145" y="5859"/>
                      <a:pt x="10093" y="5727"/>
                      <a:pt x="10005" y="5630"/>
                    </a:cubicBezTo>
                    <a:cubicBezTo>
                      <a:pt x="9935" y="5551"/>
                      <a:pt x="9847" y="5498"/>
                      <a:pt x="9750" y="5463"/>
                    </a:cubicBezTo>
                    <a:cubicBezTo>
                      <a:pt x="9724" y="5463"/>
                      <a:pt x="9697" y="5454"/>
                      <a:pt x="9671" y="5446"/>
                    </a:cubicBezTo>
                    <a:cubicBezTo>
                      <a:pt x="9614" y="5433"/>
                      <a:pt x="9555" y="5427"/>
                      <a:pt x="9495" y="5427"/>
                    </a:cubicBezTo>
                    <a:cubicBezTo>
                      <a:pt x="9344" y="5427"/>
                      <a:pt x="9191" y="5467"/>
                      <a:pt x="9065" y="5542"/>
                    </a:cubicBezTo>
                    <a:cubicBezTo>
                      <a:pt x="8766" y="5700"/>
                      <a:pt x="8582" y="5990"/>
                      <a:pt x="8450" y="6289"/>
                    </a:cubicBezTo>
                    <a:cubicBezTo>
                      <a:pt x="8424" y="6342"/>
                      <a:pt x="8397" y="6403"/>
                      <a:pt x="8371" y="6456"/>
                    </a:cubicBezTo>
                    <a:cubicBezTo>
                      <a:pt x="8336" y="6552"/>
                      <a:pt x="8301" y="6640"/>
                      <a:pt x="8274" y="6737"/>
                    </a:cubicBezTo>
                    <a:cubicBezTo>
                      <a:pt x="7853" y="8037"/>
                      <a:pt x="8020" y="9477"/>
                      <a:pt x="7572" y="10786"/>
                    </a:cubicBezTo>
                    <a:cubicBezTo>
                      <a:pt x="7484" y="11050"/>
                      <a:pt x="7361" y="11313"/>
                      <a:pt x="7133" y="11506"/>
                    </a:cubicBezTo>
                    <a:cubicBezTo>
                      <a:pt x="7124" y="11515"/>
                      <a:pt x="7115" y="11515"/>
                      <a:pt x="7097" y="11524"/>
                    </a:cubicBezTo>
                    <a:cubicBezTo>
                      <a:pt x="7115" y="11278"/>
                      <a:pt x="7124" y="11032"/>
                      <a:pt x="7141" y="10777"/>
                    </a:cubicBezTo>
                    <a:cubicBezTo>
                      <a:pt x="7150" y="10646"/>
                      <a:pt x="7150" y="10505"/>
                      <a:pt x="7159" y="10364"/>
                    </a:cubicBezTo>
                    <a:cubicBezTo>
                      <a:pt x="7159" y="10364"/>
                      <a:pt x="7159" y="10364"/>
                      <a:pt x="7159" y="10356"/>
                    </a:cubicBezTo>
                    <a:cubicBezTo>
                      <a:pt x="7256" y="8485"/>
                      <a:pt x="7326" y="6614"/>
                      <a:pt x="7282" y="4743"/>
                    </a:cubicBezTo>
                    <a:cubicBezTo>
                      <a:pt x="7273" y="4172"/>
                      <a:pt x="7256" y="3610"/>
                      <a:pt x="7220" y="3048"/>
                    </a:cubicBezTo>
                    <a:cubicBezTo>
                      <a:pt x="7194" y="2477"/>
                      <a:pt x="7133" y="1880"/>
                      <a:pt x="6966" y="1344"/>
                    </a:cubicBezTo>
                    <a:cubicBezTo>
                      <a:pt x="6957" y="1309"/>
                      <a:pt x="6939" y="1282"/>
                      <a:pt x="6931" y="1247"/>
                    </a:cubicBezTo>
                    <a:cubicBezTo>
                      <a:pt x="6878" y="1098"/>
                      <a:pt x="6816" y="948"/>
                      <a:pt x="6746" y="808"/>
                    </a:cubicBezTo>
                    <a:cubicBezTo>
                      <a:pt x="6729" y="782"/>
                      <a:pt x="6720" y="755"/>
                      <a:pt x="6702" y="729"/>
                    </a:cubicBezTo>
                    <a:cubicBezTo>
                      <a:pt x="6597" y="544"/>
                      <a:pt x="6465" y="369"/>
                      <a:pt x="6316" y="228"/>
                    </a:cubicBezTo>
                    <a:cubicBezTo>
                      <a:pt x="6219" y="140"/>
                      <a:pt x="6122" y="61"/>
                      <a:pt x="6008" y="26"/>
                    </a:cubicBezTo>
                    <a:cubicBezTo>
                      <a:pt x="5982" y="17"/>
                      <a:pt x="5964" y="9"/>
                      <a:pt x="5938" y="9"/>
                    </a:cubicBezTo>
                    <a:cubicBezTo>
                      <a:pt x="5908" y="3"/>
                      <a:pt x="5879" y="1"/>
                      <a:pt x="5849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0" name="Google Shape;1150;p56"/>
              <p:cNvSpPr/>
              <p:nvPr/>
            </p:nvSpPr>
            <p:spPr>
              <a:xfrm>
                <a:off x="1904500" y="4752650"/>
                <a:ext cx="82800" cy="112900"/>
              </a:xfrm>
              <a:custGeom>
                <a:avLst/>
                <a:gdLst/>
                <a:ahLst/>
                <a:cxnLst/>
                <a:rect l="l" t="t" r="r" b="b"/>
                <a:pathLst>
                  <a:path w="3312" h="4516" extrusionOk="0">
                    <a:moveTo>
                      <a:pt x="106" y="1"/>
                    </a:moveTo>
                    <a:cubicBezTo>
                      <a:pt x="70" y="80"/>
                      <a:pt x="35" y="150"/>
                      <a:pt x="18" y="229"/>
                    </a:cubicBezTo>
                    <a:cubicBezTo>
                      <a:pt x="0" y="572"/>
                      <a:pt x="27" y="923"/>
                      <a:pt x="106" y="1266"/>
                    </a:cubicBezTo>
                    <a:cubicBezTo>
                      <a:pt x="334" y="2293"/>
                      <a:pt x="1098" y="3242"/>
                      <a:pt x="2196" y="3883"/>
                    </a:cubicBezTo>
                    <a:cubicBezTo>
                      <a:pt x="2275" y="3927"/>
                      <a:pt x="2363" y="3980"/>
                      <a:pt x="2451" y="4024"/>
                    </a:cubicBezTo>
                    <a:cubicBezTo>
                      <a:pt x="2714" y="4173"/>
                      <a:pt x="2978" y="4313"/>
                      <a:pt x="3197" y="4507"/>
                    </a:cubicBezTo>
                    <a:cubicBezTo>
                      <a:pt x="3215" y="4507"/>
                      <a:pt x="3233" y="4507"/>
                      <a:pt x="3250" y="4516"/>
                    </a:cubicBezTo>
                    <a:lnTo>
                      <a:pt x="3312" y="4516"/>
                    </a:lnTo>
                    <a:cubicBezTo>
                      <a:pt x="3083" y="4287"/>
                      <a:pt x="2776" y="4129"/>
                      <a:pt x="2486" y="3962"/>
                    </a:cubicBezTo>
                    <a:cubicBezTo>
                      <a:pt x="2398" y="3918"/>
                      <a:pt x="2319" y="3866"/>
                      <a:pt x="2231" y="3822"/>
                    </a:cubicBezTo>
                    <a:cubicBezTo>
                      <a:pt x="1151" y="3189"/>
                      <a:pt x="404" y="2258"/>
                      <a:pt x="176" y="1248"/>
                    </a:cubicBezTo>
                    <a:cubicBezTo>
                      <a:pt x="79" y="835"/>
                      <a:pt x="70" y="414"/>
                      <a:pt x="10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1" name="Google Shape;1151;p56"/>
              <p:cNvSpPr/>
              <p:nvPr/>
            </p:nvSpPr>
            <p:spPr>
              <a:xfrm>
                <a:off x="1913725" y="4736850"/>
                <a:ext cx="79725" cy="128925"/>
              </a:xfrm>
              <a:custGeom>
                <a:avLst/>
                <a:gdLst/>
                <a:ahLst/>
                <a:cxnLst/>
                <a:rect l="l" t="t" r="r" b="b"/>
                <a:pathLst>
                  <a:path w="3189" h="5157" extrusionOk="0">
                    <a:moveTo>
                      <a:pt x="202" y="0"/>
                    </a:moveTo>
                    <a:lnTo>
                      <a:pt x="202" y="0"/>
                    </a:lnTo>
                    <a:cubicBezTo>
                      <a:pt x="176" y="18"/>
                      <a:pt x="141" y="44"/>
                      <a:pt x="114" y="71"/>
                    </a:cubicBezTo>
                    <a:cubicBezTo>
                      <a:pt x="44" y="448"/>
                      <a:pt x="0" y="835"/>
                      <a:pt x="9" y="1230"/>
                    </a:cubicBezTo>
                    <a:cubicBezTo>
                      <a:pt x="44" y="2214"/>
                      <a:pt x="422" y="3092"/>
                      <a:pt x="1054" y="3628"/>
                    </a:cubicBezTo>
                    <a:cubicBezTo>
                      <a:pt x="1309" y="3839"/>
                      <a:pt x="1607" y="4006"/>
                      <a:pt x="1897" y="4173"/>
                    </a:cubicBezTo>
                    <a:cubicBezTo>
                      <a:pt x="2345" y="4418"/>
                      <a:pt x="2767" y="4656"/>
                      <a:pt x="3039" y="5051"/>
                    </a:cubicBezTo>
                    <a:cubicBezTo>
                      <a:pt x="3066" y="5086"/>
                      <a:pt x="3083" y="5121"/>
                      <a:pt x="3101" y="5156"/>
                    </a:cubicBezTo>
                    <a:lnTo>
                      <a:pt x="3189" y="5156"/>
                    </a:lnTo>
                    <a:cubicBezTo>
                      <a:pt x="3162" y="5104"/>
                      <a:pt x="3136" y="5060"/>
                      <a:pt x="3101" y="5016"/>
                    </a:cubicBezTo>
                    <a:cubicBezTo>
                      <a:pt x="2811" y="4603"/>
                      <a:pt x="2363" y="4348"/>
                      <a:pt x="1932" y="4111"/>
                    </a:cubicBezTo>
                    <a:cubicBezTo>
                      <a:pt x="1643" y="3944"/>
                      <a:pt x="1353" y="3786"/>
                      <a:pt x="1107" y="3575"/>
                    </a:cubicBezTo>
                    <a:cubicBezTo>
                      <a:pt x="483" y="3048"/>
                      <a:pt x="114" y="2196"/>
                      <a:pt x="88" y="1230"/>
                    </a:cubicBezTo>
                    <a:cubicBezTo>
                      <a:pt x="70" y="808"/>
                      <a:pt x="123" y="396"/>
                      <a:pt x="20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2" name="Google Shape;1152;p56"/>
              <p:cNvSpPr/>
              <p:nvPr/>
            </p:nvSpPr>
            <p:spPr>
              <a:xfrm>
                <a:off x="1931950" y="4739475"/>
                <a:ext cx="59975" cy="74475"/>
              </a:xfrm>
              <a:custGeom>
                <a:avLst/>
                <a:gdLst/>
                <a:ahLst/>
                <a:cxnLst/>
                <a:rect l="l" t="t" r="r" b="b"/>
                <a:pathLst>
                  <a:path w="2399" h="2979" extrusionOk="0">
                    <a:moveTo>
                      <a:pt x="62" y="1"/>
                    </a:moveTo>
                    <a:cubicBezTo>
                      <a:pt x="26" y="255"/>
                      <a:pt x="0" y="510"/>
                      <a:pt x="0" y="765"/>
                    </a:cubicBezTo>
                    <a:cubicBezTo>
                      <a:pt x="0" y="1547"/>
                      <a:pt x="281" y="2232"/>
                      <a:pt x="764" y="2627"/>
                    </a:cubicBezTo>
                    <a:cubicBezTo>
                      <a:pt x="1019" y="2847"/>
                      <a:pt x="1388" y="2978"/>
                      <a:pt x="1757" y="2978"/>
                    </a:cubicBezTo>
                    <a:cubicBezTo>
                      <a:pt x="1976" y="2978"/>
                      <a:pt x="2205" y="2926"/>
                      <a:pt x="2398" y="2811"/>
                    </a:cubicBezTo>
                    <a:lnTo>
                      <a:pt x="2398" y="2811"/>
                    </a:lnTo>
                    <a:cubicBezTo>
                      <a:pt x="2337" y="2820"/>
                      <a:pt x="2284" y="2820"/>
                      <a:pt x="2231" y="2820"/>
                    </a:cubicBezTo>
                    <a:cubicBezTo>
                      <a:pt x="2082" y="2879"/>
                      <a:pt x="1920" y="2907"/>
                      <a:pt x="1757" y="2907"/>
                    </a:cubicBezTo>
                    <a:cubicBezTo>
                      <a:pt x="1411" y="2907"/>
                      <a:pt x="1059" y="2783"/>
                      <a:pt x="808" y="2574"/>
                    </a:cubicBezTo>
                    <a:cubicBezTo>
                      <a:pt x="343" y="2188"/>
                      <a:pt x="70" y="1529"/>
                      <a:pt x="70" y="765"/>
                    </a:cubicBezTo>
                    <a:cubicBezTo>
                      <a:pt x="70" y="528"/>
                      <a:pt x="88" y="299"/>
                      <a:pt x="123" y="71"/>
                    </a:cubicBezTo>
                    <a:cubicBezTo>
                      <a:pt x="106" y="45"/>
                      <a:pt x="88" y="18"/>
                      <a:pt x="6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3" name="Google Shape;1153;p56"/>
              <p:cNvSpPr/>
              <p:nvPr/>
            </p:nvSpPr>
            <p:spPr>
              <a:xfrm>
                <a:off x="2010550" y="4709825"/>
                <a:ext cx="11675" cy="218300"/>
              </a:xfrm>
              <a:custGeom>
                <a:avLst/>
                <a:gdLst/>
                <a:ahLst/>
                <a:cxnLst/>
                <a:rect l="l" t="t" r="r" b="b"/>
                <a:pathLst>
                  <a:path w="467" h="8732" extrusionOk="0">
                    <a:moveTo>
                      <a:pt x="9" y="1"/>
                    </a:moveTo>
                    <a:cubicBezTo>
                      <a:pt x="9" y="159"/>
                      <a:pt x="1" y="317"/>
                      <a:pt x="1" y="484"/>
                    </a:cubicBezTo>
                    <a:lnTo>
                      <a:pt x="1" y="493"/>
                    </a:lnTo>
                    <a:cubicBezTo>
                      <a:pt x="343" y="3233"/>
                      <a:pt x="387" y="5991"/>
                      <a:pt x="132" y="8732"/>
                    </a:cubicBezTo>
                    <a:lnTo>
                      <a:pt x="203" y="8732"/>
                    </a:lnTo>
                    <a:cubicBezTo>
                      <a:pt x="466" y="5851"/>
                      <a:pt x="405" y="2952"/>
                      <a:pt x="18" y="80"/>
                    </a:cubicBezTo>
                    <a:cubicBezTo>
                      <a:pt x="18" y="54"/>
                      <a:pt x="18" y="27"/>
                      <a:pt x="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4" name="Google Shape;1154;p56"/>
              <p:cNvSpPr/>
              <p:nvPr/>
            </p:nvSpPr>
            <p:spPr>
              <a:xfrm>
                <a:off x="2012525" y="4603775"/>
                <a:ext cx="32300" cy="324350"/>
              </a:xfrm>
              <a:custGeom>
                <a:avLst/>
                <a:gdLst/>
                <a:ahLst/>
                <a:cxnLst/>
                <a:rect l="l" t="t" r="r" b="b"/>
                <a:pathLst>
                  <a:path w="1292" h="12974" extrusionOk="0">
                    <a:moveTo>
                      <a:pt x="9" y="0"/>
                    </a:moveTo>
                    <a:cubicBezTo>
                      <a:pt x="9" y="194"/>
                      <a:pt x="1" y="378"/>
                      <a:pt x="1" y="571"/>
                    </a:cubicBezTo>
                    <a:lnTo>
                      <a:pt x="1" y="580"/>
                    </a:lnTo>
                    <a:cubicBezTo>
                      <a:pt x="106" y="1397"/>
                      <a:pt x="255" y="2205"/>
                      <a:pt x="405" y="3004"/>
                    </a:cubicBezTo>
                    <a:cubicBezTo>
                      <a:pt x="493" y="3470"/>
                      <a:pt x="580" y="3962"/>
                      <a:pt x="659" y="4436"/>
                    </a:cubicBezTo>
                    <a:cubicBezTo>
                      <a:pt x="1125" y="7229"/>
                      <a:pt x="1222" y="10128"/>
                      <a:pt x="958" y="12974"/>
                    </a:cubicBezTo>
                    <a:lnTo>
                      <a:pt x="1028" y="12974"/>
                    </a:lnTo>
                    <a:cubicBezTo>
                      <a:pt x="1292" y="10128"/>
                      <a:pt x="1195" y="7229"/>
                      <a:pt x="730" y="4427"/>
                    </a:cubicBezTo>
                    <a:cubicBezTo>
                      <a:pt x="651" y="3944"/>
                      <a:pt x="563" y="3461"/>
                      <a:pt x="475" y="2987"/>
                    </a:cubicBezTo>
                    <a:cubicBezTo>
                      <a:pt x="291" y="2012"/>
                      <a:pt x="106" y="1011"/>
                      <a:pt x="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5" name="Google Shape;1155;p56"/>
              <p:cNvSpPr/>
              <p:nvPr/>
            </p:nvSpPr>
            <p:spPr>
              <a:xfrm>
                <a:off x="2025275" y="4483875"/>
                <a:ext cx="32950" cy="444250"/>
              </a:xfrm>
              <a:custGeom>
                <a:avLst/>
                <a:gdLst/>
                <a:ahLst/>
                <a:cxnLst/>
                <a:rect l="l" t="t" r="r" b="b"/>
                <a:pathLst>
                  <a:path w="1318" h="17770" extrusionOk="0">
                    <a:moveTo>
                      <a:pt x="817" y="1"/>
                    </a:moveTo>
                    <a:cubicBezTo>
                      <a:pt x="492" y="703"/>
                      <a:pt x="272" y="1388"/>
                      <a:pt x="158" y="2065"/>
                    </a:cubicBezTo>
                    <a:cubicBezTo>
                      <a:pt x="0" y="2943"/>
                      <a:pt x="26" y="3830"/>
                      <a:pt x="123" y="4717"/>
                    </a:cubicBezTo>
                    <a:cubicBezTo>
                      <a:pt x="211" y="5490"/>
                      <a:pt x="351" y="6263"/>
                      <a:pt x="501" y="7028"/>
                    </a:cubicBezTo>
                    <a:cubicBezTo>
                      <a:pt x="580" y="7440"/>
                      <a:pt x="659" y="7871"/>
                      <a:pt x="729" y="8292"/>
                    </a:cubicBezTo>
                    <a:cubicBezTo>
                      <a:pt x="1247" y="11428"/>
                      <a:pt x="1203" y="14617"/>
                      <a:pt x="984" y="17770"/>
                    </a:cubicBezTo>
                    <a:lnTo>
                      <a:pt x="1054" y="17770"/>
                    </a:lnTo>
                    <a:cubicBezTo>
                      <a:pt x="1274" y="14617"/>
                      <a:pt x="1318" y="11419"/>
                      <a:pt x="799" y="8275"/>
                    </a:cubicBezTo>
                    <a:cubicBezTo>
                      <a:pt x="729" y="7862"/>
                      <a:pt x="650" y="7432"/>
                      <a:pt x="571" y="7019"/>
                    </a:cubicBezTo>
                    <a:cubicBezTo>
                      <a:pt x="422" y="6255"/>
                      <a:pt x="281" y="5490"/>
                      <a:pt x="193" y="4717"/>
                    </a:cubicBezTo>
                    <a:cubicBezTo>
                      <a:pt x="97" y="3830"/>
                      <a:pt x="79" y="2952"/>
                      <a:pt x="229" y="2074"/>
                    </a:cubicBezTo>
                    <a:cubicBezTo>
                      <a:pt x="343" y="1406"/>
                      <a:pt x="562" y="721"/>
                      <a:pt x="887" y="18"/>
                    </a:cubicBezTo>
                    <a:cubicBezTo>
                      <a:pt x="861" y="9"/>
                      <a:pt x="843" y="1"/>
                      <a:pt x="817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6" name="Google Shape;1156;p56"/>
              <p:cNvSpPr/>
              <p:nvPr/>
            </p:nvSpPr>
            <p:spPr>
              <a:xfrm>
                <a:off x="2032950" y="4501875"/>
                <a:ext cx="36050" cy="426250"/>
              </a:xfrm>
              <a:custGeom>
                <a:avLst/>
                <a:gdLst/>
                <a:ahLst/>
                <a:cxnLst/>
                <a:rect l="l" t="t" r="r" b="b"/>
                <a:pathLst>
                  <a:path w="1442" h="17050" extrusionOk="0">
                    <a:moveTo>
                      <a:pt x="1274" y="1"/>
                    </a:moveTo>
                    <a:cubicBezTo>
                      <a:pt x="1204" y="133"/>
                      <a:pt x="1134" y="256"/>
                      <a:pt x="1063" y="387"/>
                    </a:cubicBezTo>
                    <a:lnTo>
                      <a:pt x="976" y="537"/>
                    </a:lnTo>
                    <a:cubicBezTo>
                      <a:pt x="369" y="1617"/>
                      <a:pt x="71" y="2522"/>
                      <a:pt x="9" y="3400"/>
                    </a:cubicBezTo>
                    <a:cubicBezTo>
                      <a:pt x="1" y="3602"/>
                      <a:pt x="1" y="3795"/>
                      <a:pt x="18" y="3997"/>
                    </a:cubicBezTo>
                    <a:cubicBezTo>
                      <a:pt x="53" y="4726"/>
                      <a:pt x="246" y="5455"/>
                      <a:pt x="422" y="6158"/>
                    </a:cubicBezTo>
                    <a:cubicBezTo>
                      <a:pt x="475" y="6378"/>
                      <a:pt x="536" y="6589"/>
                      <a:pt x="580" y="6799"/>
                    </a:cubicBezTo>
                    <a:cubicBezTo>
                      <a:pt x="1371" y="10102"/>
                      <a:pt x="1301" y="13572"/>
                      <a:pt x="1239" y="16936"/>
                    </a:cubicBezTo>
                    <a:cubicBezTo>
                      <a:pt x="1239" y="16971"/>
                      <a:pt x="1239" y="17015"/>
                      <a:pt x="1239" y="17050"/>
                    </a:cubicBezTo>
                    <a:lnTo>
                      <a:pt x="1309" y="17050"/>
                    </a:lnTo>
                    <a:cubicBezTo>
                      <a:pt x="1309" y="17015"/>
                      <a:pt x="1309" y="16971"/>
                      <a:pt x="1309" y="16936"/>
                    </a:cubicBezTo>
                    <a:cubicBezTo>
                      <a:pt x="1380" y="13572"/>
                      <a:pt x="1441" y="10093"/>
                      <a:pt x="651" y="6782"/>
                    </a:cubicBezTo>
                    <a:cubicBezTo>
                      <a:pt x="598" y="6571"/>
                      <a:pt x="545" y="6360"/>
                      <a:pt x="492" y="6141"/>
                    </a:cubicBezTo>
                    <a:cubicBezTo>
                      <a:pt x="317" y="5438"/>
                      <a:pt x="132" y="4726"/>
                      <a:pt x="88" y="3997"/>
                    </a:cubicBezTo>
                    <a:cubicBezTo>
                      <a:pt x="80" y="3804"/>
                      <a:pt x="71" y="3602"/>
                      <a:pt x="88" y="3409"/>
                    </a:cubicBezTo>
                    <a:cubicBezTo>
                      <a:pt x="141" y="2539"/>
                      <a:pt x="440" y="1643"/>
                      <a:pt x="1037" y="572"/>
                    </a:cubicBezTo>
                    <a:lnTo>
                      <a:pt x="1125" y="423"/>
                    </a:lnTo>
                    <a:cubicBezTo>
                      <a:pt x="1186" y="308"/>
                      <a:pt x="1257" y="194"/>
                      <a:pt x="1318" y="80"/>
                    </a:cubicBezTo>
                    <a:cubicBezTo>
                      <a:pt x="1301" y="54"/>
                      <a:pt x="1292" y="27"/>
                      <a:pt x="12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7" name="Google Shape;1157;p56"/>
              <p:cNvSpPr/>
              <p:nvPr/>
            </p:nvSpPr>
            <p:spPr>
              <a:xfrm>
                <a:off x="2047225" y="4514850"/>
                <a:ext cx="29900" cy="238275"/>
              </a:xfrm>
              <a:custGeom>
                <a:avLst/>
                <a:gdLst/>
                <a:ahLst/>
                <a:cxnLst/>
                <a:rect l="l" t="t" r="r" b="b"/>
                <a:pathLst>
                  <a:path w="1196" h="9531" extrusionOk="0">
                    <a:moveTo>
                      <a:pt x="932" y="0"/>
                    </a:moveTo>
                    <a:cubicBezTo>
                      <a:pt x="650" y="571"/>
                      <a:pt x="405" y="1186"/>
                      <a:pt x="282" y="1827"/>
                    </a:cubicBezTo>
                    <a:cubicBezTo>
                      <a:pt x="0" y="3241"/>
                      <a:pt x="317" y="4673"/>
                      <a:pt x="624" y="6061"/>
                    </a:cubicBezTo>
                    <a:cubicBezTo>
                      <a:pt x="879" y="7194"/>
                      <a:pt x="1195" y="8371"/>
                      <a:pt x="1134" y="9530"/>
                    </a:cubicBezTo>
                    <a:lnTo>
                      <a:pt x="1142" y="9530"/>
                    </a:lnTo>
                    <a:cubicBezTo>
                      <a:pt x="1151" y="9399"/>
                      <a:pt x="1151" y="9258"/>
                      <a:pt x="1160" y="9117"/>
                    </a:cubicBezTo>
                    <a:cubicBezTo>
                      <a:pt x="1160" y="9117"/>
                      <a:pt x="1160" y="9117"/>
                      <a:pt x="1160" y="9109"/>
                    </a:cubicBezTo>
                    <a:cubicBezTo>
                      <a:pt x="1151" y="8081"/>
                      <a:pt x="923" y="7053"/>
                      <a:pt x="703" y="6043"/>
                    </a:cubicBezTo>
                    <a:cubicBezTo>
                      <a:pt x="396" y="4664"/>
                      <a:pt x="71" y="3232"/>
                      <a:pt x="352" y="1845"/>
                    </a:cubicBezTo>
                    <a:cubicBezTo>
                      <a:pt x="466" y="1230"/>
                      <a:pt x="703" y="650"/>
                      <a:pt x="967" y="97"/>
                    </a:cubicBezTo>
                    <a:cubicBezTo>
                      <a:pt x="958" y="62"/>
                      <a:pt x="940" y="35"/>
                      <a:pt x="93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8" name="Google Shape;1158;p56"/>
              <p:cNvSpPr/>
              <p:nvPr/>
            </p:nvSpPr>
            <p:spPr>
              <a:xfrm>
                <a:off x="2075125" y="4645050"/>
                <a:ext cx="31425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257" h="7959" extrusionOk="0">
                    <a:moveTo>
                      <a:pt x="1256" y="1"/>
                    </a:moveTo>
                    <a:lnTo>
                      <a:pt x="1256" y="1"/>
                    </a:lnTo>
                    <a:cubicBezTo>
                      <a:pt x="1221" y="97"/>
                      <a:pt x="1186" y="185"/>
                      <a:pt x="1159" y="282"/>
                    </a:cubicBezTo>
                    <a:cubicBezTo>
                      <a:pt x="1142" y="458"/>
                      <a:pt x="1133" y="633"/>
                      <a:pt x="1124" y="791"/>
                    </a:cubicBezTo>
                    <a:cubicBezTo>
                      <a:pt x="1116" y="1037"/>
                      <a:pt x="1116" y="1283"/>
                      <a:pt x="1107" y="1520"/>
                    </a:cubicBezTo>
                    <a:cubicBezTo>
                      <a:pt x="1098" y="2399"/>
                      <a:pt x="1089" y="3312"/>
                      <a:pt x="799" y="4147"/>
                    </a:cubicBezTo>
                    <a:cubicBezTo>
                      <a:pt x="720" y="4357"/>
                      <a:pt x="632" y="4568"/>
                      <a:pt x="545" y="4779"/>
                    </a:cubicBezTo>
                    <a:cubicBezTo>
                      <a:pt x="448" y="4990"/>
                      <a:pt x="343" y="5218"/>
                      <a:pt x="264" y="5447"/>
                    </a:cubicBezTo>
                    <a:cubicBezTo>
                      <a:pt x="0" y="6255"/>
                      <a:pt x="0" y="7124"/>
                      <a:pt x="105" y="7959"/>
                    </a:cubicBezTo>
                    <a:lnTo>
                      <a:pt x="184" y="7959"/>
                    </a:lnTo>
                    <a:cubicBezTo>
                      <a:pt x="70" y="7133"/>
                      <a:pt x="70" y="6272"/>
                      <a:pt x="334" y="5473"/>
                    </a:cubicBezTo>
                    <a:cubicBezTo>
                      <a:pt x="413" y="5245"/>
                      <a:pt x="509" y="5016"/>
                      <a:pt x="606" y="4805"/>
                    </a:cubicBezTo>
                    <a:cubicBezTo>
                      <a:pt x="703" y="4595"/>
                      <a:pt x="791" y="4384"/>
                      <a:pt x="870" y="4173"/>
                    </a:cubicBezTo>
                    <a:cubicBezTo>
                      <a:pt x="1159" y="3321"/>
                      <a:pt x="1168" y="2407"/>
                      <a:pt x="1186" y="1520"/>
                    </a:cubicBezTo>
                    <a:cubicBezTo>
                      <a:pt x="1186" y="1283"/>
                      <a:pt x="1195" y="1037"/>
                      <a:pt x="1203" y="800"/>
                    </a:cubicBezTo>
                    <a:cubicBezTo>
                      <a:pt x="1203" y="554"/>
                      <a:pt x="1221" y="291"/>
                      <a:pt x="125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9" name="Google Shape;1159;p56"/>
              <p:cNvSpPr/>
              <p:nvPr/>
            </p:nvSpPr>
            <p:spPr>
              <a:xfrm>
                <a:off x="2086525" y="4619800"/>
                <a:ext cx="54500" cy="224000"/>
              </a:xfrm>
              <a:custGeom>
                <a:avLst/>
                <a:gdLst/>
                <a:ahLst/>
                <a:cxnLst/>
                <a:rect l="l" t="t" r="r" b="b"/>
                <a:pathLst>
                  <a:path w="2180" h="8960" extrusionOk="0">
                    <a:moveTo>
                      <a:pt x="2100" y="1"/>
                    </a:moveTo>
                    <a:cubicBezTo>
                      <a:pt x="2047" y="106"/>
                      <a:pt x="1986" y="203"/>
                      <a:pt x="1924" y="299"/>
                    </a:cubicBezTo>
                    <a:cubicBezTo>
                      <a:pt x="1837" y="449"/>
                      <a:pt x="1740" y="598"/>
                      <a:pt x="1661" y="747"/>
                    </a:cubicBezTo>
                    <a:cubicBezTo>
                      <a:pt x="1134" y="1696"/>
                      <a:pt x="835" y="2759"/>
                      <a:pt x="782" y="3830"/>
                    </a:cubicBezTo>
                    <a:cubicBezTo>
                      <a:pt x="774" y="4085"/>
                      <a:pt x="774" y="4340"/>
                      <a:pt x="774" y="4594"/>
                    </a:cubicBezTo>
                    <a:cubicBezTo>
                      <a:pt x="782" y="5139"/>
                      <a:pt x="782" y="5701"/>
                      <a:pt x="642" y="6237"/>
                    </a:cubicBezTo>
                    <a:cubicBezTo>
                      <a:pt x="580" y="6465"/>
                      <a:pt x="493" y="6694"/>
                      <a:pt x="405" y="6913"/>
                    </a:cubicBezTo>
                    <a:cubicBezTo>
                      <a:pt x="335" y="7098"/>
                      <a:pt x="264" y="7282"/>
                      <a:pt x="203" y="7467"/>
                    </a:cubicBezTo>
                    <a:cubicBezTo>
                      <a:pt x="53" y="7950"/>
                      <a:pt x="1" y="8459"/>
                      <a:pt x="45" y="8960"/>
                    </a:cubicBezTo>
                    <a:cubicBezTo>
                      <a:pt x="71" y="8951"/>
                      <a:pt x="97" y="8951"/>
                      <a:pt x="115" y="8942"/>
                    </a:cubicBezTo>
                    <a:cubicBezTo>
                      <a:pt x="80" y="8459"/>
                      <a:pt x="132" y="7959"/>
                      <a:pt x="273" y="7493"/>
                    </a:cubicBezTo>
                    <a:cubicBezTo>
                      <a:pt x="335" y="7300"/>
                      <a:pt x="405" y="7115"/>
                      <a:pt x="475" y="6940"/>
                    </a:cubicBezTo>
                    <a:cubicBezTo>
                      <a:pt x="563" y="6720"/>
                      <a:pt x="651" y="6492"/>
                      <a:pt x="712" y="6255"/>
                    </a:cubicBezTo>
                    <a:cubicBezTo>
                      <a:pt x="853" y="5710"/>
                      <a:pt x="853" y="5139"/>
                      <a:pt x="844" y="4594"/>
                    </a:cubicBezTo>
                    <a:cubicBezTo>
                      <a:pt x="844" y="4340"/>
                      <a:pt x="844" y="4085"/>
                      <a:pt x="853" y="3839"/>
                    </a:cubicBezTo>
                    <a:cubicBezTo>
                      <a:pt x="905" y="2776"/>
                      <a:pt x="1204" y="1713"/>
                      <a:pt x="1722" y="791"/>
                    </a:cubicBezTo>
                    <a:cubicBezTo>
                      <a:pt x="1810" y="633"/>
                      <a:pt x="1898" y="484"/>
                      <a:pt x="1986" y="334"/>
                    </a:cubicBezTo>
                    <a:cubicBezTo>
                      <a:pt x="2047" y="238"/>
                      <a:pt x="2118" y="132"/>
                      <a:pt x="2179" y="18"/>
                    </a:cubicBezTo>
                    <a:cubicBezTo>
                      <a:pt x="2153" y="18"/>
                      <a:pt x="2126" y="9"/>
                      <a:pt x="210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0" name="Google Shape;1160;p56"/>
              <p:cNvSpPr/>
              <p:nvPr/>
            </p:nvSpPr>
            <p:spPr>
              <a:xfrm>
                <a:off x="2116625" y="4633650"/>
                <a:ext cx="35150" cy="194350"/>
              </a:xfrm>
              <a:custGeom>
                <a:avLst/>
                <a:gdLst/>
                <a:ahLst/>
                <a:cxnLst/>
                <a:rect l="l" t="t" r="r" b="b"/>
                <a:pathLst>
                  <a:path w="1406" h="7774" extrusionOk="0">
                    <a:moveTo>
                      <a:pt x="1397" y="0"/>
                    </a:moveTo>
                    <a:cubicBezTo>
                      <a:pt x="887" y="808"/>
                      <a:pt x="430" y="1695"/>
                      <a:pt x="281" y="2653"/>
                    </a:cubicBezTo>
                    <a:cubicBezTo>
                      <a:pt x="167" y="3364"/>
                      <a:pt x="211" y="4093"/>
                      <a:pt x="255" y="4796"/>
                    </a:cubicBezTo>
                    <a:cubicBezTo>
                      <a:pt x="272" y="5059"/>
                      <a:pt x="299" y="5340"/>
                      <a:pt x="308" y="5613"/>
                    </a:cubicBezTo>
                    <a:cubicBezTo>
                      <a:pt x="334" y="6500"/>
                      <a:pt x="237" y="7211"/>
                      <a:pt x="0" y="7774"/>
                    </a:cubicBezTo>
                    <a:cubicBezTo>
                      <a:pt x="18" y="7756"/>
                      <a:pt x="35" y="7738"/>
                      <a:pt x="53" y="7721"/>
                    </a:cubicBezTo>
                    <a:cubicBezTo>
                      <a:pt x="88" y="7686"/>
                      <a:pt x="114" y="7651"/>
                      <a:pt x="141" y="7615"/>
                    </a:cubicBezTo>
                    <a:cubicBezTo>
                      <a:pt x="325" y="7071"/>
                      <a:pt x="404" y="6412"/>
                      <a:pt x="378" y="5613"/>
                    </a:cubicBezTo>
                    <a:cubicBezTo>
                      <a:pt x="369" y="5340"/>
                      <a:pt x="351" y="5059"/>
                      <a:pt x="334" y="4787"/>
                    </a:cubicBezTo>
                    <a:cubicBezTo>
                      <a:pt x="281" y="4093"/>
                      <a:pt x="237" y="3364"/>
                      <a:pt x="351" y="2670"/>
                    </a:cubicBezTo>
                    <a:cubicBezTo>
                      <a:pt x="501" y="1748"/>
                      <a:pt x="922" y="896"/>
                      <a:pt x="1405" y="114"/>
                    </a:cubicBezTo>
                    <a:cubicBezTo>
                      <a:pt x="1405" y="70"/>
                      <a:pt x="1397" y="35"/>
                      <a:pt x="13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1" name="Google Shape;1161;p56"/>
              <p:cNvSpPr/>
              <p:nvPr/>
            </p:nvSpPr>
            <p:spPr>
              <a:xfrm>
                <a:off x="2134175" y="4659775"/>
                <a:ext cx="18475" cy="112225"/>
              </a:xfrm>
              <a:custGeom>
                <a:avLst/>
                <a:gdLst/>
                <a:ahLst/>
                <a:cxnLst/>
                <a:rect l="l" t="t" r="r" b="b"/>
                <a:pathLst>
                  <a:path w="739" h="4489" extrusionOk="0">
                    <a:moveTo>
                      <a:pt x="739" y="0"/>
                    </a:moveTo>
                    <a:cubicBezTo>
                      <a:pt x="493" y="439"/>
                      <a:pt x="308" y="914"/>
                      <a:pt x="212" y="1397"/>
                    </a:cubicBezTo>
                    <a:cubicBezTo>
                      <a:pt x="1" y="2389"/>
                      <a:pt x="97" y="3426"/>
                      <a:pt x="203" y="4427"/>
                    </a:cubicBezTo>
                    <a:cubicBezTo>
                      <a:pt x="203" y="4445"/>
                      <a:pt x="203" y="4462"/>
                      <a:pt x="212" y="4489"/>
                    </a:cubicBezTo>
                    <a:cubicBezTo>
                      <a:pt x="229" y="4410"/>
                      <a:pt x="238" y="4339"/>
                      <a:pt x="256" y="4260"/>
                    </a:cubicBezTo>
                    <a:cubicBezTo>
                      <a:pt x="159" y="3312"/>
                      <a:pt x="80" y="2346"/>
                      <a:pt x="282" y="1414"/>
                    </a:cubicBezTo>
                    <a:cubicBezTo>
                      <a:pt x="370" y="975"/>
                      <a:pt x="528" y="554"/>
                      <a:pt x="739" y="158"/>
                    </a:cubicBezTo>
                    <a:lnTo>
                      <a:pt x="739" y="150"/>
                    </a:lnTo>
                    <a:cubicBezTo>
                      <a:pt x="739" y="106"/>
                      <a:pt x="739" y="53"/>
                      <a:pt x="73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62" name="Google Shape;1162;p56"/>
          <p:cNvGrpSpPr/>
          <p:nvPr/>
        </p:nvGrpSpPr>
        <p:grpSpPr>
          <a:xfrm rot="235971">
            <a:off x="7533223" y="3116362"/>
            <a:ext cx="1094784" cy="1564101"/>
            <a:chOff x="2545977" y="765737"/>
            <a:chExt cx="1317340" cy="1882063"/>
          </a:xfrm>
        </p:grpSpPr>
        <p:grpSp>
          <p:nvGrpSpPr>
            <p:cNvPr id="1163" name="Google Shape;1163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64" name="Google Shape;1164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5" name="Google Shape;1165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6" name="Google Shape;1166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7" name="Google Shape;1167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 w="114300" cap="flat" cmpd="sng">
                <a:solidFill>
                  <a:schemeClr val="accent6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9" name="Google Shape;1169;p56"/>
            <p:cNvGrpSpPr/>
            <p:nvPr/>
          </p:nvGrpSpPr>
          <p:grpSpPr>
            <a:xfrm>
              <a:off x="2545977" y="765737"/>
              <a:ext cx="1317340" cy="1882063"/>
              <a:chOff x="2596200" y="4615425"/>
              <a:chExt cx="217200" cy="310300"/>
            </a:xfrm>
          </p:grpSpPr>
          <p:sp>
            <p:nvSpPr>
              <p:cNvPr id="1170" name="Google Shape;1170;p56"/>
              <p:cNvSpPr/>
              <p:nvPr/>
            </p:nvSpPr>
            <p:spPr>
              <a:xfrm>
                <a:off x="2596200" y="4615425"/>
                <a:ext cx="217200" cy="217175"/>
              </a:xfrm>
              <a:custGeom>
                <a:avLst/>
                <a:gdLst/>
                <a:ahLst/>
                <a:cxnLst/>
                <a:rect l="l" t="t" r="r" b="b"/>
                <a:pathLst>
                  <a:path w="8688" h="8687" extrusionOk="0">
                    <a:moveTo>
                      <a:pt x="4339" y="0"/>
                    </a:moveTo>
                    <a:cubicBezTo>
                      <a:pt x="1942" y="0"/>
                      <a:pt x="0" y="1941"/>
                      <a:pt x="0" y="4339"/>
                    </a:cubicBezTo>
                    <a:cubicBezTo>
                      <a:pt x="0" y="6737"/>
                      <a:pt x="1942" y="8687"/>
                      <a:pt x="4339" y="8687"/>
                    </a:cubicBezTo>
                    <a:cubicBezTo>
                      <a:pt x="6737" y="8687"/>
                      <a:pt x="8687" y="6737"/>
                      <a:pt x="8687" y="4339"/>
                    </a:cubicBezTo>
                    <a:cubicBezTo>
                      <a:pt x="8687" y="1941"/>
                      <a:pt x="6737" y="0"/>
                      <a:pt x="43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1" name="Google Shape;1171;p56"/>
              <p:cNvSpPr/>
              <p:nvPr/>
            </p:nvSpPr>
            <p:spPr>
              <a:xfrm>
                <a:off x="2706000" y="4726750"/>
                <a:ext cx="3300" cy="198975"/>
              </a:xfrm>
              <a:custGeom>
                <a:avLst/>
                <a:gdLst/>
                <a:ahLst/>
                <a:cxnLst/>
                <a:rect l="l" t="t" r="r" b="b"/>
                <a:pathLst>
                  <a:path w="132" h="7959" extrusionOk="0">
                    <a:moveTo>
                      <a:pt x="70" y="0"/>
                    </a:moveTo>
                    <a:cubicBezTo>
                      <a:pt x="35" y="0"/>
                      <a:pt x="0" y="35"/>
                      <a:pt x="0" y="71"/>
                    </a:cubicBezTo>
                    <a:lnTo>
                      <a:pt x="0" y="7888"/>
                    </a:lnTo>
                    <a:cubicBezTo>
                      <a:pt x="0" y="7923"/>
                      <a:pt x="35" y="7958"/>
                      <a:pt x="70" y="7958"/>
                    </a:cubicBezTo>
                    <a:cubicBezTo>
                      <a:pt x="106" y="7958"/>
                      <a:pt x="132" y="7923"/>
                      <a:pt x="132" y="7888"/>
                    </a:cubicBezTo>
                    <a:lnTo>
                      <a:pt x="132" y="71"/>
                    </a:lnTo>
                    <a:cubicBezTo>
                      <a:pt x="132" y="35"/>
                      <a:pt x="106" y="0"/>
                      <a:pt x="7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2" name="Google Shape;1172;p56"/>
              <p:cNvSpPr/>
              <p:nvPr/>
            </p:nvSpPr>
            <p:spPr>
              <a:xfrm>
                <a:off x="2690625" y="4749350"/>
                <a:ext cx="18025" cy="24400"/>
              </a:xfrm>
              <a:custGeom>
                <a:avLst/>
                <a:gdLst/>
                <a:ahLst/>
                <a:cxnLst/>
                <a:rect l="l" t="t" r="r" b="b"/>
                <a:pathLst>
                  <a:path w="721" h="976" extrusionOk="0">
                    <a:moveTo>
                      <a:pt x="68" y="1"/>
                    </a:moveTo>
                    <a:cubicBezTo>
                      <a:pt x="56" y="1"/>
                      <a:pt x="45" y="4"/>
                      <a:pt x="35" y="10"/>
                    </a:cubicBezTo>
                    <a:cubicBezTo>
                      <a:pt x="9" y="27"/>
                      <a:pt x="0" y="71"/>
                      <a:pt x="18" y="98"/>
                    </a:cubicBezTo>
                    <a:lnTo>
                      <a:pt x="598" y="941"/>
                    </a:lnTo>
                    <a:cubicBezTo>
                      <a:pt x="606" y="958"/>
                      <a:pt x="633" y="976"/>
                      <a:pt x="650" y="976"/>
                    </a:cubicBezTo>
                    <a:cubicBezTo>
                      <a:pt x="659" y="976"/>
                      <a:pt x="677" y="967"/>
                      <a:pt x="685" y="958"/>
                    </a:cubicBezTo>
                    <a:cubicBezTo>
                      <a:pt x="712" y="941"/>
                      <a:pt x="721" y="897"/>
                      <a:pt x="703" y="871"/>
                    </a:cubicBezTo>
                    <a:lnTo>
                      <a:pt x="123" y="27"/>
                    </a:lnTo>
                    <a:cubicBezTo>
                      <a:pt x="112" y="10"/>
                      <a:pt x="90" y="1"/>
                      <a:pt x="6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3" name="Google Shape;1173;p56"/>
              <p:cNvSpPr/>
              <p:nvPr/>
            </p:nvSpPr>
            <p:spPr>
              <a:xfrm>
                <a:off x="2706425" y="4760375"/>
                <a:ext cx="27250" cy="36675"/>
              </a:xfrm>
              <a:custGeom>
                <a:avLst/>
                <a:gdLst/>
                <a:ahLst/>
                <a:cxnLst/>
                <a:rect l="l" t="t" r="r" b="b"/>
                <a:pathLst>
                  <a:path w="1090" h="1467" extrusionOk="0">
                    <a:moveTo>
                      <a:pt x="1016" y="1"/>
                    </a:moveTo>
                    <a:cubicBezTo>
                      <a:pt x="996" y="1"/>
                      <a:pt x="977" y="10"/>
                      <a:pt x="967" y="26"/>
                    </a:cubicBezTo>
                    <a:lnTo>
                      <a:pt x="18" y="1361"/>
                    </a:lnTo>
                    <a:cubicBezTo>
                      <a:pt x="1" y="1387"/>
                      <a:pt x="10" y="1431"/>
                      <a:pt x="36" y="1448"/>
                    </a:cubicBezTo>
                    <a:cubicBezTo>
                      <a:pt x="45" y="1457"/>
                      <a:pt x="62" y="1466"/>
                      <a:pt x="71" y="1466"/>
                    </a:cubicBezTo>
                    <a:cubicBezTo>
                      <a:pt x="97" y="1466"/>
                      <a:pt x="115" y="1457"/>
                      <a:pt x="124" y="1440"/>
                    </a:cubicBezTo>
                    <a:lnTo>
                      <a:pt x="1072" y="105"/>
                    </a:lnTo>
                    <a:cubicBezTo>
                      <a:pt x="1090" y="78"/>
                      <a:pt x="1081" y="34"/>
                      <a:pt x="1055" y="17"/>
                    </a:cubicBezTo>
                    <a:cubicBezTo>
                      <a:pt x="1044" y="6"/>
                      <a:pt x="1030" y="1"/>
                      <a:pt x="101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4" name="Google Shape;1174;p56"/>
              <p:cNvSpPr/>
              <p:nvPr/>
            </p:nvSpPr>
            <p:spPr>
              <a:xfrm>
                <a:off x="2676775" y="4790375"/>
                <a:ext cx="32525" cy="29950"/>
              </a:xfrm>
              <a:custGeom>
                <a:avLst/>
                <a:gdLst/>
                <a:ahLst/>
                <a:cxnLst/>
                <a:rect l="l" t="t" r="r" b="b"/>
                <a:pathLst>
                  <a:path w="1301" h="1198" extrusionOk="0">
                    <a:moveTo>
                      <a:pt x="68" y="0"/>
                    </a:moveTo>
                    <a:cubicBezTo>
                      <a:pt x="51" y="0"/>
                      <a:pt x="36" y="7"/>
                      <a:pt x="27" y="20"/>
                    </a:cubicBezTo>
                    <a:cubicBezTo>
                      <a:pt x="1" y="46"/>
                      <a:pt x="1" y="90"/>
                      <a:pt x="27" y="117"/>
                    </a:cubicBezTo>
                    <a:lnTo>
                      <a:pt x="1178" y="1180"/>
                    </a:lnTo>
                    <a:cubicBezTo>
                      <a:pt x="1196" y="1188"/>
                      <a:pt x="1213" y="1197"/>
                      <a:pt x="1222" y="1197"/>
                    </a:cubicBezTo>
                    <a:cubicBezTo>
                      <a:pt x="1239" y="1197"/>
                      <a:pt x="1257" y="1188"/>
                      <a:pt x="1275" y="1171"/>
                    </a:cubicBezTo>
                    <a:cubicBezTo>
                      <a:pt x="1301" y="1144"/>
                      <a:pt x="1292" y="1109"/>
                      <a:pt x="1266" y="1083"/>
                    </a:cubicBezTo>
                    <a:lnTo>
                      <a:pt x="115" y="20"/>
                    </a:lnTo>
                    <a:cubicBezTo>
                      <a:pt x="102" y="7"/>
                      <a:pt x="84" y="0"/>
                      <a:pt x="6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" name="Title 13">
            <a:extLst>
              <a:ext uri="{FF2B5EF4-FFF2-40B4-BE49-F238E27FC236}">
                <a16:creationId xmlns:a16="http://schemas.microsoft.com/office/drawing/2014/main" id="{4BABA1E9-22CE-43A1-B25C-A1A87C5503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91686" y="445025"/>
            <a:ext cx="6365593" cy="590038"/>
          </a:xfrm>
        </p:spPr>
        <p:txBody>
          <a:bodyPr/>
          <a:lstStyle/>
          <a:p>
            <a:pPr algn="l"/>
            <a:r>
              <a:rPr lang="en-US" sz="3300" dirty="0"/>
              <a:t>Information Hiding</a:t>
            </a:r>
          </a:p>
        </p:txBody>
      </p:sp>
      <p:sp>
        <p:nvSpPr>
          <p:cNvPr id="15" name="Subtitle 14">
            <a:extLst>
              <a:ext uri="{FF2B5EF4-FFF2-40B4-BE49-F238E27FC236}">
                <a16:creationId xmlns:a16="http://schemas.microsoft.com/office/drawing/2014/main" id="{094B0543-D71A-42B3-BA10-D0B57297F72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286720" y="1181854"/>
            <a:ext cx="6174248" cy="3961646"/>
          </a:xfrm>
        </p:spPr>
        <p:txBody>
          <a:bodyPr/>
          <a:lstStyle/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is a key idea of object-oriented programming</a:t>
            </a:r>
          </a:p>
          <a:p>
            <a:pPr marL="596900" indent="-457200">
              <a:buFont typeface="Arial" panose="020B0604020202020204" pitchFamily="34" charset="0"/>
              <a:buChar char="•"/>
            </a:pPr>
            <a:r>
              <a:rPr lang="en-US" sz="2800" b="1" dirty="0"/>
              <a:t>This prevents data from being changed 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can be, and often is, accidental</a:t>
            </a:r>
          </a:p>
          <a:p>
            <a:pPr marL="1054100" lvl="1" indent="-457200" algn="l">
              <a:buFont typeface="Arial" panose="020B0604020202020204" pitchFamily="34" charset="0"/>
              <a:buChar char="•"/>
            </a:pPr>
            <a:r>
              <a:rPr lang="en-US" sz="2600" b="1" dirty="0"/>
              <a:t>This can also be with malicious intent</a:t>
            </a:r>
          </a:p>
        </p:txBody>
      </p:sp>
    </p:spTree>
    <p:extLst>
      <p:ext uri="{BB962C8B-B14F-4D97-AF65-F5344CB8AC3E}">
        <p14:creationId xmlns:p14="http://schemas.microsoft.com/office/powerpoint/2010/main" val="346939248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276" name="Google Shape;2276;p75"/>
          <p:cNvGrpSpPr/>
          <p:nvPr/>
        </p:nvGrpSpPr>
        <p:grpSpPr>
          <a:xfrm rot="-266707">
            <a:off x="2893445" y="270003"/>
            <a:ext cx="4903570" cy="3351744"/>
            <a:chOff x="8224325" y="1877325"/>
            <a:chExt cx="449175" cy="307025"/>
          </a:xfrm>
        </p:grpSpPr>
        <p:sp>
          <p:nvSpPr>
            <p:cNvPr id="2277" name="Google Shape;2277;p75"/>
            <p:cNvSpPr/>
            <p:nvPr/>
          </p:nvSpPr>
          <p:spPr>
            <a:xfrm>
              <a:off x="8224325" y="1877325"/>
              <a:ext cx="449175" cy="307025"/>
            </a:xfrm>
            <a:custGeom>
              <a:avLst/>
              <a:gdLst/>
              <a:ahLst/>
              <a:cxnLst/>
              <a:rect l="l" t="t" r="r" b="b"/>
              <a:pathLst>
                <a:path w="17967" h="12281" extrusionOk="0">
                  <a:moveTo>
                    <a:pt x="3111" y="0"/>
                  </a:moveTo>
                  <a:lnTo>
                    <a:pt x="938" y="1652"/>
                  </a:lnTo>
                  <a:lnTo>
                    <a:pt x="0" y="8246"/>
                  </a:lnTo>
                  <a:lnTo>
                    <a:pt x="1652" y="10434"/>
                  </a:lnTo>
                  <a:lnTo>
                    <a:pt x="14870" y="12280"/>
                  </a:lnTo>
                  <a:lnTo>
                    <a:pt x="17043" y="10643"/>
                  </a:lnTo>
                  <a:lnTo>
                    <a:pt x="17966" y="4034"/>
                  </a:lnTo>
                  <a:lnTo>
                    <a:pt x="16329" y="1861"/>
                  </a:lnTo>
                  <a:lnTo>
                    <a:pt x="3111" y="0"/>
                  </a:ln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8" name="Google Shape;2278;p75"/>
            <p:cNvSpPr/>
            <p:nvPr/>
          </p:nvSpPr>
          <p:spPr>
            <a:xfrm>
              <a:off x="8231375" y="1886625"/>
              <a:ext cx="435050" cy="288775"/>
            </a:xfrm>
            <a:custGeom>
              <a:avLst/>
              <a:gdLst/>
              <a:ahLst/>
              <a:cxnLst/>
              <a:rect l="l" t="t" r="r" b="b"/>
              <a:pathLst>
                <a:path w="17402" h="11551" fill="none" extrusionOk="0">
                  <a:moveTo>
                    <a:pt x="1445" y="9705"/>
                  </a:moveTo>
                  <a:lnTo>
                    <a:pt x="1" y="7800"/>
                  </a:lnTo>
                  <a:lnTo>
                    <a:pt x="894" y="1429"/>
                  </a:lnTo>
                  <a:lnTo>
                    <a:pt x="2799" y="0"/>
                  </a:lnTo>
                  <a:lnTo>
                    <a:pt x="15972" y="1846"/>
                  </a:lnTo>
                  <a:lnTo>
                    <a:pt x="17401" y="3751"/>
                  </a:lnTo>
                  <a:lnTo>
                    <a:pt x="16508" y="10122"/>
                  </a:lnTo>
                  <a:lnTo>
                    <a:pt x="14618" y="11551"/>
                  </a:lnTo>
                  <a:close/>
                </a:path>
              </a:pathLst>
            </a:custGeom>
            <a:noFill/>
            <a:ln w="19050" cap="flat" cmpd="sng">
              <a:solidFill>
                <a:srgbClr val="F6EFD3"/>
              </a:solidFill>
              <a:prstDash val="solid"/>
              <a:miter lim="14884"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  <p:sp>
          <p:nvSpPr>
            <p:cNvPr id="2279" name="Google Shape;2279;p75"/>
            <p:cNvSpPr/>
            <p:nvPr/>
          </p:nvSpPr>
          <p:spPr>
            <a:xfrm>
              <a:off x="8254075" y="1907075"/>
              <a:ext cx="389650" cy="247500"/>
            </a:xfrm>
            <a:custGeom>
              <a:avLst/>
              <a:gdLst/>
              <a:ahLst/>
              <a:cxnLst/>
              <a:rect l="l" t="t" r="r" b="b"/>
              <a:pathLst>
                <a:path w="15586" h="9900" extrusionOk="0">
                  <a:moveTo>
                    <a:pt x="2234" y="1"/>
                  </a:moveTo>
                  <a:lnTo>
                    <a:pt x="805" y="1088"/>
                  </a:lnTo>
                  <a:lnTo>
                    <a:pt x="1" y="6759"/>
                  </a:lnTo>
                  <a:lnTo>
                    <a:pt x="1088" y="8173"/>
                  </a:lnTo>
                  <a:lnTo>
                    <a:pt x="13368" y="9899"/>
                  </a:lnTo>
                  <a:lnTo>
                    <a:pt x="14796" y="8828"/>
                  </a:lnTo>
                  <a:lnTo>
                    <a:pt x="15585" y="3157"/>
                  </a:lnTo>
                  <a:lnTo>
                    <a:pt x="14514" y="1728"/>
                  </a:lnTo>
                  <a:lnTo>
                    <a:pt x="2234" y="1"/>
                  </a:lnTo>
                  <a:close/>
                </a:path>
              </a:pathLst>
            </a:custGeom>
            <a:solidFill>
              <a:srgbClr val="F6EFD3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200"/>
            </a:p>
          </p:txBody>
        </p:sp>
      </p:grpSp>
      <p:sp>
        <p:nvSpPr>
          <p:cNvPr id="2280" name="Google Shape;2280;p75"/>
          <p:cNvSpPr txBox="1">
            <a:spLocks noGrp="1"/>
          </p:cNvSpPr>
          <p:nvPr>
            <p:ph type="ctrTitle"/>
          </p:nvPr>
        </p:nvSpPr>
        <p:spPr>
          <a:xfrm rot="209237">
            <a:off x="3734054" y="888447"/>
            <a:ext cx="3274864" cy="690379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THANKS!</a:t>
            </a:r>
            <a:endParaRPr/>
          </a:p>
        </p:txBody>
      </p:sp>
      <p:grpSp>
        <p:nvGrpSpPr>
          <p:cNvPr id="2282" name="Google Shape;2282;p75"/>
          <p:cNvGrpSpPr/>
          <p:nvPr/>
        </p:nvGrpSpPr>
        <p:grpSpPr>
          <a:xfrm rot="-486145">
            <a:off x="6834911" y="655577"/>
            <a:ext cx="1228053" cy="906280"/>
            <a:chOff x="6409858" y="765723"/>
            <a:chExt cx="1553730" cy="1146624"/>
          </a:xfrm>
        </p:grpSpPr>
        <p:grpSp>
          <p:nvGrpSpPr>
            <p:cNvPr id="2283" name="Google Shape;2283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4" name="Google Shape;2284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5" name="Google Shape;2285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rgbClr val="FFFFFF"/>
              </a:solidFill>
              <a:ln w="114300" cap="flat" cmpd="sng">
                <a:solidFill>
                  <a:srgbClr val="FFFFFF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286" name="Google Shape;2286;p75"/>
            <p:cNvGrpSpPr/>
            <p:nvPr/>
          </p:nvGrpSpPr>
          <p:grpSpPr>
            <a:xfrm>
              <a:off x="6409858" y="765723"/>
              <a:ext cx="1553730" cy="1146624"/>
              <a:chOff x="5464250" y="1319600"/>
              <a:chExt cx="114875" cy="84775"/>
            </a:xfrm>
          </p:grpSpPr>
          <p:sp>
            <p:nvSpPr>
              <p:cNvPr id="2287" name="Google Shape;2287;p75"/>
              <p:cNvSpPr/>
              <p:nvPr/>
            </p:nvSpPr>
            <p:spPr>
              <a:xfrm>
                <a:off x="5464250" y="1319600"/>
                <a:ext cx="114875" cy="84775"/>
              </a:xfrm>
              <a:custGeom>
                <a:avLst/>
                <a:gdLst/>
                <a:ahLst/>
                <a:cxnLst/>
                <a:rect l="l" t="t" r="r" b="b"/>
                <a:pathLst>
                  <a:path w="4595" h="3391" extrusionOk="0">
                    <a:moveTo>
                      <a:pt x="2741" y="0"/>
                    </a:moveTo>
                    <a:cubicBezTo>
                      <a:pt x="2715" y="0"/>
                      <a:pt x="2688" y="9"/>
                      <a:pt x="2671" y="18"/>
                    </a:cubicBezTo>
                    <a:cubicBezTo>
                      <a:pt x="2565" y="88"/>
                      <a:pt x="2504" y="202"/>
                      <a:pt x="2460" y="316"/>
                    </a:cubicBezTo>
                    <a:cubicBezTo>
                      <a:pt x="2319" y="650"/>
                      <a:pt x="2249" y="1019"/>
                      <a:pt x="2205" y="1379"/>
                    </a:cubicBezTo>
                    <a:cubicBezTo>
                      <a:pt x="2012" y="984"/>
                      <a:pt x="1722" y="650"/>
                      <a:pt x="1362" y="404"/>
                    </a:cubicBezTo>
                    <a:cubicBezTo>
                      <a:pt x="1204" y="299"/>
                      <a:pt x="1028" y="202"/>
                      <a:pt x="835" y="202"/>
                    </a:cubicBezTo>
                    <a:cubicBezTo>
                      <a:pt x="782" y="202"/>
                      <a:pt x="729" y="211"/>
                      <a:pt x="694" y="255"/>
                    </a:cubicBezTo>
                    <a:cubicBezTo>
                      <a:pt x="642" y="316"/>
                      <a:pt x="677" y="404"/>
                      <a:pt x="721" y="474"/>
                    </a:cubicBezTo>
                    <a:cubicBezTo>
                      <a:pt x="817" y="624"/>
                      <a:pt x="958" y="738"/>
                      <a:pt x="1098" y="843"/>
                    </a:cubicBezTo>
                    <a:cubicBezTo>
                      <a:pt x="1362" y="1028"/>
                      <a:pt x="1634" y="1195"/>
                      <a:pt x="1924" y="1326"/>
                    </a:cubicBezTo>
                    <a:cubicBezTo>
                      <a:pt x="1625" y="1230"/>
                      <a:pt x="1353" y="1160"/>
                      <a:pt x="1037" y="1142"/>
                    </a:cubicBezTo>
                    <a:cubicBezTo>
                      <a:pt x="982" y="1137"/>
                      <a:pt x="927" y="1135"/>
                      <a:pt x="872" y="1135"/>
                    </a:cubicBezTo>
                    <a:cubicBezTo>
                      <a:pt x="616" y="1135"/>
                      <a:pt x="356" y="1188"/>
                      <a:pt x="132" y="1318"/>
                    </a:cubicBezTo>
                    <a:cubicBezTo>
                      <a:pt x="62" y="1344"/>
                      <a:pt x="0" y="1406"/>
                      <a:pt x="0" y="1476"/>
                    </a:cubicBezTo>
                    <a:cubicBezTo>
                      <a:pt x="0" y="1555"/>
                      <a:pt x="79" y="1599"/>
                      <a:pt x="159" y="1625"/>
                    </a:cubicBezTo>
                    <a:cubicBezTo>
                      <a:pt x="282" y="1660"/>
                      <a:pt x="413" y="1669"/>
                      <a:pt x="536" y="1669"/>
                    </a:cubicBezTo>
                    <a:cubicBezTo>
                      <a:pt x="975" y="1660"/>
                      <a:pt x="1406" y="1608"/>
                      <a:pt x="1836" y="1546"/>
                    </a:cubicBezTo>
                    <a:lnTo>
                      <a:pt x="1836" y="1546"/>
                    </a:lnTo>
                    <a:cubicBezTo>
                      <a:pt x="1459" y="1739"/>
                      <a:pt x="1151" y="2012"/>
                      <a:pt x="896" y="2345"/>
                    </a:cubicBezTo>
                    <a:cubicBezTo>
                      <a:pt x="844" y="2416"/>
                      <a:pt x="800" y="2486"/>
                      <a:pt x="791" y="2565"/>
                    </a:cubicBezTo>
                    <a:cubicBezTo>
                      <a:pt x="782" y="2644"/>
                      <a:pt x="826" y="2741"/>
                      <a:pt x="905" y="2758"/>
                    </a:cubicBezTo>
                    <a:cubicBezTo>
                      <a:pt x="912" y="2759"/>
                      <a:pt x="919" y="2760"/>
                      <a:pt x="926" y="2760"/>
                    </a:cubicBezTo>
                    <a:cubicBezTo>
                      <a:pt x="972" y="2760"/>
                      <a:pt x="1016" y="2737"/>
                      <a:pt x="1054" y="2714"/>
                    </a:cubicBezTo>
                    <a:cubicBezTo>
                      <a:pt x="1511" y="2486"/>
                      <a:pt x="1863" y="2082"/>
                      <a:pt x="2196" y="1695"/>
                    </a:cubicBezTo>
                    <a:lnTo>
                      <a:pt x="2196" y="1695"/>
                    </a:lnTo>
                    <a:cubicBezTo>
                      <a:pt x="2012" y="2091"/>
                      <a:pt x="1915" y="2539"/>
                      <a:pt x="1906" y="2987"/>
                    </a:cubicBezTo>
                    <a:cubicBezTo>
                      <a:pt x="1898" y="3118"/>
                      <a:pt x="1915" y="3285"/>
                      <a:pt x="2021" y="3364"/>
                    </a:cubicBezTo>
                    <a:cubicBezTo>
                      <a:pt x="2047" y="3382"/>
                      <a:pt x="2073" y="3391"/>
                      <a:pt x="2100" y="3391"/>
                    </a:cubicBezTo>
                    <a:cubicBezTo>
                      <a:pt x="2161" y="3391"/>
                      <a:pt x="2205" y="3329"/>
                      <a:pt x="2231" y="3268"/>
                    </a:cubicBezTo>
                    <a:cubicBezTo>
                      <a:pt x="2460" y="2785"/>
                      <a:pt x="2539" y="2249"/>
                      <a:pt x="2592" y="1722"/>
                    </a:cubicBezTo>
                    <a:cubicBezTo>
                      <a:pt x="2644" y="2178"/>
                      <a:pt x="2820" y="2600"/>
                      <a:pt x="3057" y="2995"/>
                    </a:cubicBezTo>
                    <a:cubicBezTo>
                      <a:pt x="3127" y="3101"/>
                      <a:pt x="3206" y="3215"/>
                      <a:pt x="3338" y="3250"/>
                    </a:cubicBezTo>
                    <a:cubicBezTo>
                      <a:pt x="3356" y="3250"/>
                      <a:pt x="3373" y="3254"/>
                      <a:pt x="3391" y="3254"/>
                    </a:cubicBezTo>
                    <a:cubicBezTo>
                      <a:pt x="3400" y="3254"/>
                      <a:pt x="3408" y="3253"/>
                      <a:pt x="3417" y="3250"/>
                    </a:cubicBezTo>
                    <a:cubicBezTo>
                      <a:pt x="3444" y="3241"/>
                      <a:pt x="3470" y="3215"/>
                      <a:pt x="3488" y="3189"/>
                    </a:cubicBezTo>
                    <a:cubicBezTo>
                      <a:pt x="3575" y="3048"/>
                      <a:pt x="3523" y="2864"/>
                      <a:pt x="3461" y="2714"/>
                    </a:cubicBezTo>
                    <a:cubicBezTo>
                      <a:pt x="3329" y="2375"/>
                      <a:pt x="3173" y="2044"/>
                      <a:pt x="2943" y="1765"/>
                    </a:cubicBezTo>
                    <a:lnTo>
                      <a:pt x="2943" y="1765"/>
                    </a:lnTo>
                    <a:cubicBezTo>
                      <a:pt x="3120" y="1970"/>
                      <a:pt x="3789" y="2717"/>
                      <a:pt x="4146" y="2717"/>
                    </a:cubicBezTo>
                    <a:cubicBezTo>
                      <a:pt x="4211" y="2717"/>
                      <a:pt x="4265" y="2692"/>
                      <a:pt x="4304" y="2635"/>
                    </a:cubicBezTo>
                    <a:cubicBezTo>
                      <a:pt x="4594" y="2222"/>
                      <a:pt x="3277" y="1713"/>
                      <a:pt x="3277" y="1713"/>
                    </a:cubicBezTo>
                    <a:cubicBezTo>
                      <a:pt x="3584" y="1660"/>
                      <a:pt x="3883" y="1581"/>
                      <a:pt x="4181" y="1476"/>
                    </a:cubicBezTo>
                    <a:cubicBezTo>
                      <a:pt x="4287" y="1441"/>
                      <a:pt x="4401" y="1397"/>
                      <a:pt x="4471" y="1309"/>
                    </a:cubicBezTo>
                    <a:cubicBezTo>
                      <a:pt x="4498" y="1274"/>
                      <a:pt x="4524" y="1230"/>
                      <a:pt x="4515" y="1186"/>
                    </a:cubicBezTo>
                    <a:cubicBezTo>
                      <a:pt x="4515" y="1133"/>
                      <a:pt x="4471" y="1089"/>
                      <a:pt x="4427" y="1063"/>
                    </a:cubicBezTo>
                    <a:cubicBezTo>
                      <a:pt x="4375" y="1037"/>
                      <a:pt x="4322" y="1037"/>
                      <a:pt x="4269" y="1037"/>
                    </a:cubicBezTo>
                    <a:cubicBezTo>
                      <a:pt x="4261" y="1036"/>
                      <a:pt x="4253" y="1036"/>
                      <a:pt x="4245" y="1036"/>
                    </a:cubicBezTo>
                    <a:cubicBezTo>
                      <a:pt x="3779" y="1036"/>
                      <a:pt x="3323" y="1287"/>
                      <a:pt x="2952" y="1555"/>
                    </a:cubicBezTo>
                    <a:cubicBezTo>
                      <a:pt x="3215" y="1239"/>
                      <a:pt x="3452" y="896"/>
                      <a:pt x="3646" y="527"/>
                    </a:cubicBezTo>
                    <a:cubicBezTo>
                      <a:pt x="3672" y="474"/>
                      <a:pt x="3707" y="413"/>
                      <a:pt x="3707" y="352"/>
                    </a:cubicBezTo>
                    <a:cubicBezTo>
                      <a:pt x="3716" y="290"/>
                      <a:pt x="3690" y="220"/>
                      <a:pt x="3637" y="193"/>
                    </a:cubicBezTo>
                    <a:cubicBezTo>
                      <a:pt x="3613" y="179"/>
                      <a:pt x="3583" y="172"/>
                      <a:pt x="3553" y="172"/>
                    </a:cubicBezTo>
                    <a:cubicBezTo>
                      <a:pt x="3528" y="172"/>
                      <a:pt x="3502" y="177"/>
                      <a:pt x="3479" y="185"/>
                    </a:cubicBezTo>
                    <a:cubicBezTo>
                      <a:pt x="3215" y="246"/>
                      <a:pt x="3004" y="457"/>
                      <a:pt x="2864" y="694"/>
                    </a:cubicBezTo>
                    <a:cubicBezTo>
                      <a:pt x="2715" y="922"/>
                      <a:pt x="2618" y="1186"/>
                      <a:pt x="2486" y="1414"/>
                    </a:cubicBezTo>
                    <a:cubicBezTo>
                      <a:pt x="2574" y="1195"/>
                      <a:pt x="2653" y="966"/>
                      <a:pt x="2715" y="729"/>
                    </a:cubicBezTo>
                    <a:cubicBezTo>
                      <a:pt x="2776" y="527"/>
                      <a:pt x="2820" y="316"/>
                      <a:pt x="2802" y="106"/>
                    </a:cubicBezTo>
                    <a:cubicBezTo>
                      <a:pt x="2802" y="62"/>
                      <a:pt x="2785" y="18"/>
                      <a:pt x="2741" y="0"/>
                    </a:cubicBezTo>
                    <a:close/>
                  </a:path>
                </a:pathLst>
              </a:custGeom>
              <a:solidFill>
                <a:srgbClr val="B6DFE7">
                  <a:alpha val="63690"/>
                </a:srgbClr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88" name="Google Shape;2288;p75"/>
              <p:cNvSpPr/>
              <p:nvPr/>
            </p:nvSpPr>
            <p:spPr>
              <a:xfrm>
                <a:off x="5509275" y="1352250"/>
                <a:ext cx="29850" cy="10750"/>
              </a:xfrm>
              <a:custGeom>
                <a:avLst/>
                <a:gdLst/>
                <a:ahLst/>
                <a:cxnLst/>
                <a:rect l="l" t="t" r="r" b="b"/>
                <a:pathLst>
                  <a:path w="1194" h="430" extrusionOk="0">
                    <a:moveTo>
                      <a:pt x="297" y="0"/>
                    </a:moveTo>
                    <a:cubicBezTo>
                      <a:pt x="244" y="0"/>
                      <a:pt x="191" y="4"/>
                      <a:pt x="141" y="12"/>
                    </a:cubicBezTo>
                    <a:cubicBezTo>
                      <a:pt x="79" y="20"/>
                      <a:pt x="18" y="38"/>
                      <a:pt x="9" y="100"/>
                    </a:cubicBezTo>
                    <a:cubicBezTo>
                      <a:pt x="0" y="161"/>
                      <a:pt x="62" y="196"/>
                      <a:pt x="114" y="223"/>
                    </a:cubicBezTo>
                    <a:cubicBezTo>
                      <a:pt x="214" y="266"/>
                      <a:pt x="725" y="429"/>
                      <a:pt x="1004" y="429"/>
                    </a:cubicBezTo>
                    <a:cubicBezTo>
                      <a:pt x="1118" y="429"/>
                      <a:pt x="1194" y="402"/>
                      <a:pt x="1186" y="328"/>
                    </a:cubicBezTo>
                    <a:cubicBezTo>
                      <a:pt x="1177" y="187"/>
                      <a:pt x="966" y="126"/>
                      <a:pt x="852" y="91"/>
                    </a:cubicBezTo>
                    <a:cubicBezTo>
                      <a:pt x="681" y="43"/>
                      <a:pt x="484" y="0"/>
                      <a:pt x="297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89" name="Google Shape;2289;p75"/>
          <p:cNvSpPr/>
          <p:nvPr/>
        </p:nvSpPr>
        <p:spPr>
          <a:xfrm>
            <a:off x="2271901" y="4201127"/>
            <a:ext cx="407383" cy="407383"/>
          </a:xfrm>
          <a:custGeom>
            <a:avLst/>
            <a:gdLst/>
            <a:ahLst/>
            <a:cxnLst/>
            <a:rect l="l" t="t" r="r" b="b"/>
            <a:pathLst>
              <a:path w="19982" h="19982" extrusionOk="0">
                <a:moveTo>
                  <a:pt x="14602" y="3500"/>
                </a:moveTo>
                <a:cubicBezTo>
                  <a:pt x="15137" y="3500"/>
                  <a:pt x="15682" y="3563"/>
                  <a:pt x="16247" y="3689"/>
                </a:cubicBezTo>
                <a:cubicBezTo>
                  <a:pt x="16179" y="4154"/>
                  <a:pt x="16095" y="4705"/>
                  <a:pt x="16033" y="5120"/>
                </a:cubicBezTo>
                <a:cubicBezTo>
                  <a:pt x="15810" y="5075"/>
                  <a:pt x="15484" y="5035"/>
                  <a:pt x="15150" y="5035"/>
                </a:cubicBezTo>
                <a:cubicBezTo>
                  <a:pt x="14968" y="5035"/>
                  <a:pt x="14783" y="5047"/>
                  <a:pt x="14611" y="5076"/>
                </a:cubicBezTo>
                <a:cubicBezTo>
                  <a:pt x="13536" y="5258"/>
                  <a:pt x="12918" y="5925"/>
                  <a:pt x="12918" y="6907"/>
                </a:cubicBezTo>
                <a:lnTo>
                  <a:pt x="12918" y="8819"/>
                </a:lnTo>
                <a:cubicBezTo>
                  <a:pt x="12918" y="9143"/>
                  <a:pt x="13180" y="9405"/>
                  <a:pt x="13504" y="9405"/>
                </a:cubicBezTo>
                <a:lnTo>
                  <a:pt x="15681" y="9405"/>
                </a:lnTo>
                <a:lnTo>
                  <a:pt x="15388" y="10576"/>
                </a:lnTo>
                <a:lnTo>
                  <a:pt x="13504" y="10576"/>
                </a:lnTo>
                <a:cubicBezTo>
                  <a:pt x="13180" y="10576"/>
                  <a:pt x="12918" y="10838"/>
                  <a:pt x="12918" y="11161"/>
                </a:cubicBezTo>
                <a:lnTo>
                  <a:pt x="12918" y="18811"/>
                </a:lnTo>
                <a:lnTo>
                  <a:pt x="11162" y="18811"/>
                </a:lnTo>
                <a:lnTo>
                  <a:pt x="11162" y="11161"/>
                </a:lnTo>
                <a:cubicBezTo>
                  <a:pt x="11162" y="10838"/>
                  <a:pt x="10900" y="10576"/>
                  <a:pt x="10576" y="10576"/>
                </a:cubicBezTo>
                <a:lnTo>
                  <a:pt x="9407" y="10576"/>
                </a:lnTo>
                <a:lnTo>
                  <a:pt x="9407" y="9405"/>
                </a:lnTo>
                <a:lnTo>
                  <a:pt x="10576" y="9405"/>
                </a:lnTo>
                <a:cubicBezTo>
                  <a:pt x="10900" y="9405"/>
                  <a:pt x="11162" y="9143"/>
                  <a:pt x="11162" y="8821"/>
                </a:cubicBezTo>
                <a:cubicBezTo>
                  <a:pt x="11162" y="7215"/>
                  <a:pt x="11162" y="6481"/>
                  <a:pt x="11162" y="6143"/>
                </a:cubicBezTo>
                <a:cubicBezTo>
                  <a:pt x="11162" y="5520"/>
                  <a:pt x="11163" y="4843"/>
                  <a:pt x="11770" y="4324"/>
                </a:cubicBezTo>
                <a:cubicBezTo>
                  <a:pt x="12234" y="3928"/>
                  <a:pt x="12823" y="3687"/>
                  <a:pt x="13628" y="3571"/>
                </a:cubicBezTo>
                <a:cubicBezTo>
                  <a:pt x="13950" y="3524"/>
                  <a:pt x="14274" y="3500"/>
                  <a:pt x="14602" y="3500"/>
                </a:cubicBezTo>
                <a:close/>
                <a:moveTo>
                  <a:pt x="17017" y="1170"/>
                </a:moveTo>
                <a:cubicBezTo>
                  <a:pt x="17990" y="1170"/>
                  <a:pt x="18811" y="1975"/>
                  <a:pt x="18811" y="2927"/>
                </a:cubicBezTo>
                <a:lnTo>
                  <a:pt x="18811" y="17056"/>
                </a:lnTo>
                <a:cubicBezTo>
                  <a:pt x="18811" y="18023"/>
                  <a:pt x="18024" y="18811"/>
                  <a:pt x="17056" y="18811"/>
                </a:cubicBezTo>
                <a:lnTo>
                  <a:pt x="14089" y="18811"/>
                </a:lnTo>
                <a:lnTo>
                  <a:pt x="14089" y="11747"/>
                </a:lnTo>
                <a:lnTo>
                  <a:pt x="15846" y="11747"/>
                </a:lnTo>
                <a:cubicBezTo>
                  <a:pt x="16115" y="11747"/>
                  <a:pt x="16348" y="11565"/>
                  <a:pt x="16414" y="11305"/>
                </a:cubicBezTo>
                <a:lnTo>
                  <a:pt x="16999" y="8963"/>
                </a:lnTo>
                <a:cubicBezTo>
                  <a:pt x="17042" y="8787"/>
                  <a:pt x="17003" y="8602"/>
                  <a:pt x="16893" y="8460"/>
                </a:cubicBezTo>
                <a:cubicBezTo>
                  <a:pt x="16782" y="8317"/>
                  <a:pt x="16612" y="8235"/>
                  <a:pt x="16431" y="8235"/>
                </a:cubicBezTo>
                <a:lnTo>
                  <a:pt x="14089" y="8235"/>
                </a:lnTo>
                <a:lnTo>
                  <a:pt x="14089" y="6909"/>
                </a:lnTo>
                <a:cubicBezTo>
                  <a:pt x="14089" y="6638"/>
                  <a:pt x="14144" y="6343"/>
                  <a:pt x="14808" y="6229"/>
                </a:cubicBezTo>
                <a:cubicBezTo>
                  <a:pt x="14936" y="6208"/>
                  <a:pt x="15061" y="6199"/>
                  <a:pt x="15182" y="6199"/>
                </a:cubicBezTo>
                <a:cubicBezTo>
                  <a:pt x="15552" y="6199"/>
                  <a:pt x="15890" y="6283"/>
                  <a:pt x="16198" y="6360"/>
                </a:cubicBezTo>
                <a:cubicBezTo>
                  <a:pt x="16304" y="6387"/>
                  <a:pt x="16415" y="6421"/>
                  <a:pt x="16532" y="6421"/>
                </a:cubicBezTo>
                <a:cubicBezTo>
                  <a:pt x="16632" y="6421"/>
                  <a:pt x="16736" y="6396"/>
                  <a:pt x="16847" y="6321"/>
                </a:cubicBezTo>
                <a:cubicBezTo>
                  <a:pt x="16983" y="6229"/>
                  <a:pt x="17074" y="6084"/>
                  <a:pt x="17098" y="5923"/>
                </a:cubicBezTo>
                <a:cubicBezTo>
                  <a:pt x="17098" y="5923"/>
                  <a:pt x="17362" y="4156"/>
                  <a:pt x="17482" y="3339"/>
                </a:cubicBezTo>
                <a:cubicBezTo>
                  <a:pt x="17525" y="3049"/>
                  <a:pt x="17346" y="2769"/>
                  <a:pt x="17063" y="2690"/>
                </a:cubicBezTo>
                <a:cubicBezTo>
                  <a:pt x="16267" y="2463"/>
                  <a:pt x="15346" y="2343"/>
                  <a:pt x="14504" y="2343"/>
                </a:cubicBezTo>
                <a:cubicBezTo>
                  <a:pt x="14137" y="2343"/>
                  <a:pt x="13786" y="2365"/>
                  <a:pt x="13467" y="2412"/>
                </a:cubicBezTo>
                <a:cubicBezTo>
                  <a:pt x="12434" y="2562"/>
                  <a:pt x="11646" y="2888"/>
                  <a:pt x="11009" y="3434"/>
                </a:cubicBezTo>
                <a:cubicBezTo>
                  <a:pt x="10121" y="4193"/>
                  <a:pt x="10010" y="5168"/>
                  <a:pt x="9999" y="5833"/>
                </a:cubicBezTo>
                <a:cubicBezTo>
                  <a:pt x="9999" y="5847"/>
                  <a:pt x="9999" y="7029"/>
                  <a:pt x="9999" y="8235"/>
                </a:cubicBezTo>
                <a:lnTo>
                  <a:pt x="8821" y="8235"/>
                </a:lnTo>
                <a:cubicBezTo>
                  <a:pt x="8497" y="8235"/>
                  <a:pt x="8236" y="8497"/>
                  <a:pt x="8236" y="8819"/>
                </a:cubicBezTo>
                <a:lnTo>
                  <a:pt x="8236" y="11161"/>
                </a:lnTo>
                <a:cubicBezTo>
                  <a:pt x="8236" y="11485"/>
                  <a:pt x="8497" y="11747"/>
                  <a:pt x="8821" y="11747"/>
                </a:cubicBezTo>
                <a:lnTo>
                  <a:pt x="9991" y="11747"/>
                </a:lnTo>
                <a:lnTo>
                  <a:pt x="9991" y="18811"/>
                </a:lnTo>
                <a:lnTo>
                  <a:pt x="2927" y="18811"/>
                </a:lnTo>
                <a:cubicBezTo>
                  <a:pt x="1959" y="18811"/>
                  <a:pt x="1172" y="18023"/>
                  <a:pt x="1172" y="17054"/>
                </a:cubicBezTo>
                <a:lnTo>
                  <a:pt x="1172" y="2927"/>
                </a:lnTo>
                <a:cubicBezTo>
                  <a:pt x="1172" y="1959"/>
                  <a:pt x="1959" y="1170"/>
                  <a:pt x="2927" y="1170"/>
                </a:cubicBezTo>
                <a:close/>
                <a:moveTo>
                  <a:pt x="2927" y="1"/>
                </a:moveTo>
                <a:cubicBezTo>
                  <a:pt x="1314" y="1"/>
                  <a:pt x="1" y="1313"/>
                  <a:pt x="1" y="2927"/>
                </a:cubicBezTo>
                <a:lnTo>
                  <a:pt x="1" y="17056"/>
                </a:lnTo>
                <a:cubicBezTo>
                  <a:pt x="1" y="18669"/>
                  <a:pt x="1314" y="19982"/>
                  <a:pt x="2927" y="19982"/>
                </a:cubicBezTo>
                <a:lnTo>
                  <a:pt x="17054" y="19982"/>
                </a:lnTo>
                <a:cubicBezTo>
                  <a:pt x="18669" y="19982"/>
                  <a:pt x="19982" y="18669"/>
                  <a:pt x="19982" y="17056"/>
                </a:cubicBezTo>
                <a:lnTo>
                  <a:pt x="19982" y="2927"/>
                </a:lnTo>
                <a:cubicBezTo>
                  <a:pt x="19982" y="2145"/>
                  <a:pt x="19669" y="1409"/>
                  <a:pt x="19101" y="853"/>
                </a:cubicBezTo>
                <a:cubicBezTo>
                  <a:pt x="18538" y="303"/>
                  <a:pt x="17797" y="1"/>
                  <a:pt x="17015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pSp>
        <p:nvGrpSpPr>
          <p:cNvPr id="2290" name="Google Shape;2290;p75"/>
          <p:cNvGrpSpPr/>
          <p:nvPr/>
        </p:nvGrpSpPr>
        <p:grpSpPr>
          <a:xfrm>
            <a:off x="2792442" y="4201065"/>
            <a:ext cx="407432" cy="407391"/>
            <a:chOff x="812101" y="2571761"/>
            <a:chExt cx="417066" cy="417024"/>
          </a:xfrm>
        </p:grpSpPr>
        <p:sp>
          <p:nvSpPr>
            <p:cNvPr id="2291" name="Google Shape;2291;p75"/>
            <p:cNvSpPr/>
            <p:nvPr/>
          </p:nvSpPr>
          <p:spPr>
            <a:xfrm>
              <a:off x="935084" y="2694744"/>
              <a:ext cx="171071" cy="171071"/>
            </a:xfrm>
            <a:custGeom>
              <a:avLst/>
              <a:gdLst/>
              <a:ahLst/>
              <a:cxnLst/>
              <a:rect l="l" t="t" r="r" b="b"/>
              <a:pathLst>
                <a:path w="8197" h="8197" extrusionOk="0">
                  <a:moveTo>
                    <a:pt x="4099" y="1171"/>
                  </a:moveTo>
                  <a:cubicBezTo>
                    <a:pt x="5712" y="1171"/>
                    <a:pt x="7027" y="2484"/>
                    <a:pt x="7027" y="4097"/>
                  </a:cubicBezTo>
                  <a:cubicBezTo>
                    <a:pt x="7027" y="5712"/>
                    <a:pt x="5712" y="7025"/>
                    <a:pt x="4099" y="7025"/>
                  </a:cubicBezTo>
                  <a:cubicBezTo>
                    <a:pt x="2486" y="7025"/>
                    <a:pt x="1171" y="5712"/>
                    <a:pt x="1171" y="4097"/>
                  </a:cubicBezTo>
                  <a:cubicBezTo>
                    <a:pt x="1171" y="2484"/>
                    <a:pt x="2486" y="1171"/>
                    <a:pt x="4099" y="1171"/>
                  </a:cubicBezTo>
                  <a:close/>
                  <a:moveTo>
                    <a:pt x="4099" y="0"/>
                  </a:moveTo>
                  <a:cubicBezTo>
                    <a:pt x="1840" y="0"/>
                    <a:pt x="0" y="1838"/>
                    <a:pt x="0" y="4097"/>
                  </a:cubicBezTo>
                  <a:cubicBezTo>
                    <a:pt x="0" y="6358"/>
                    <a:pt x="1840" y="8196"/>
                    <a:pt x="4099" y="8196"/>
                  </a:cubicBezTo>
                  <a:cubicBezTo>
                    <a:pt x="6358" y="8196"/>
                    <a:pt x="8196" y="6358"/>
                    <a:pt x="8196" y="4097"/>
                  </a:cubicBezTo>
                  <a:cubicBezTo>
                    <a:pt x="8196" y="1838"/>
                    <a:pt x="6358" y="0"/>
                    <a:pt x="4099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2" name="Google Shape;2292;p75"/>
            <p:cNvSpPr/>
            <p:nvPr/>
          </p:nvSpPr>
          <p:spPr>
            <a:xfrm>
              <a:off x="860977" y="2620616"/>
              <a:ext cx="319311" cy="319290"/>
            </a:xfrm>
            <a:custGeom>
              <a:avLst/>
              <a:gdLst/>
              <a:ahLst/>
              <a:cxnLst/>
              <a:rect l="l" t="t" r="r" b="b"/>
              <a:pathLst>
                <a:path w="15300" h="15299" extrusionOk="0">
                  <a:moveTo>
                    <a:pt x="12333" y="1171"/>
                  </a:moveTo>
                  <a:cubicBezTo>
                    <a:pt x="13306" y="1171"/>
                    <a:pt x="14128" y="1994"/>
                    <a:pt x="14128" y="2967"/>
                  </a:cubicBezTo>
                  <a:lnTo>
                    <a:pt x="14128" y="12334"/>
                  </a:lnTo>
                  <a:cubicBezTo>
                    <a:pt x="14128" y="13307"/>
                    <a:pt x="13306" y="14129"/>
                    <a:pt x="12333" y="14129"/>
                  </a:cubicBezTo>
                  <a:lnTo>
                    <a:pt x="2968" y="14129"/>
                  </a:lnTo>
                  <a:cubicBezTo>
                    <a:pt x="1993" y="14129"/>
                    <a:pt x="1172" y="13307"/>
                    <a:pt x="1172" y="12334"/>
                  </a:cubicBezTo>
                  <a:lnTo>
                    <a:pt x="1172" y="2967"/>
                  </a:lnTo>
                  <a:cubicBezTo>
                    <a:pt x="1172" y="1994"/>
                    <a:pt x="1993" y="1171"/>
                    <a:pt x="2968" y="1171"/>
                  </a:cubicBezTo>
                  <a:close/>
                  <a:moveTo>
                    <a:pt x="2968" y="0"/>
                  </a:moveTo>
                  <a:cubicBezTo>
                    <a:pt x="1351" y="0"/>
                    <a:pt x="1" y="1346"/>
                    <a:pt x="1" y="2967"/>
                  </a:cubicBezTo>
                  <a:lnTo>
                    <a:pt x="1" y="12334"/>
                  </a:lnTo>
                  <a:cubicBezTo>
                    <a:pt x="1" y="13952"/>
                    <a:pt x="1349" y="15299"/>
                    <a:pt x="2968" y="15299"/>
                  </a:cubicBezTo>
                  <a:lnTo>
                    <a:pt x="12333" y="15299"/>
                  </a:lnTo>
                  <a:cubicBezTo>
                    <a:pt x="13953" y="15299"/>
                    <a:pt x="15299" y="13951"/>
                    <a:pt x="15299" y="12334"/>
                  </a:cubicBezTo>
                  <a:lnTo>
                    <a:pt x="15299" y="2967"/>
                  </a:lnTo>
                  <a:cubicBezTo>
                    <a:pt x="15299" y="1345"/>
                    <a:pt x="13948" y="0"/>
                    <a:pt x="1233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3" name="Google Shape;2293;p75"/>
            <p:cNvSpPr/>
            <p:nvPr/>
          </p:nvSpPr>
          <p:spPr>
            <a:xfrm>
              <a:off x="812101" y="2571761"/>
              <a:ext cx="417066" cy="417024"/>
            </a:xfrm>
            <a:custGeom>
              <a:avLst/>
              <a:gdLst/>
              <a:ahLst/>
              <a:cxnLst/>
              <a:rect l="l" t="t" r="r" b="b"/>
              <a:pathLst>
                <a:path w="19984" h="19982" extrusionOk="0">
                  <a:moveTo>
                    <a:pt x="17056" y="1172"/>
                  </a:moveTo>
                  <a:cubicBezTo>
                    <a:pt x="18025" y="1172"/>
                    <a:pt x="18812" y="1959"/>
                    <a:pt x="18812" y="2927"/>
                  </a:cubicBezTo>
                  <a:lnTo>
                    <a:pt x="18812" y="17056"/>
                  </a:lnTo>
                  <a:cubicBezTo>
                    <a:pt x="18812" y="18023"/>
                    <a:pt x="18025" y="18811"/>
                    <a:pt x="17056" y="18811"/>
                  </a:cubicBezTo>
                  <a:lnTo>
                    <a:pt x="2928" y="18811"/>
                  </a:lnTo>
                  <a:cubicBezTo>
                    <a:pt x="1961" y="18811"/>
                    <a:pt x="1172" y="18023"/>
                    <a:pt x="1172" y="17056"/>
                  </a:cubicBezTo>
                  <a:lnTo>
                    <a:pt x="1172" y="2927"/>
                  </a:lnTo>
                  <a:cubicBezTo>
                    <a:pt x="1172" y="1959"/>
                    <a:pt x="1961" y="1172"/>
                    <a:pt x="2928" y="1172"/>
                  </a:cubicBezTo>
                  <a:close/>
                  <a:moveTo>
                    <a:pt x="2928" y="1"/>
                  </a:moveTo>
                  <a:cubicBezTo>
                    <a:pt x="1313" y="1"/>
                    <a:pt x="1" y="1313"/>
                    <a:pt x="1" y="2927"/>
                  </a:cubicBezTo>
                  <a:lnTo>
                    <a:pt x="1" y="17056"/>
                  </a:lnTo>
                  <a:cubicBezTo>
                    <a:pt x="1" y="18669"/>
                    <a:pt x="1313" y="19982"/>
                    <a:pt x="2928" y="19982"/>
                  </a:cubicBezTo>
                  <a:lnTo>
                    <a:pt x="17056" y="19982"/>
                  </a:lnTo>
                  <a:cubicBezTo>
                    <a:pt x="18669" y="19982"/>
                    <a:pt x="19984" y="18669"/>
                    <a:pt x="19984" y="17056"/>
                  </a:cubicBezTo>
                  <a:lnTo>
                    <a:pt x="19984" y="2927"/>
                  </a:lnTo>
                  <a:cubicBezTo>
                    <a:pt x="19984" y="1313"/>
                    <a:pt x="18669" y="1"/>
                    <a:pt x="17056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4" name="Google Shape;2294;p75"/>
            <p:cNvSpPr/>
            <p:nvPr/>
          </p:nvSpPr>
          <p:spPr>
            <a:xfrm>
              <a:off x="1081712" y="2670306"/>
              <a:ext cx="48878" cy="48898"/>
            </a:xfrm>
            <a:custGeom>
              <a:avLst/>
              <a:gdLst/>
              <a:ahLst/>
              <a:cxnLst/>
              <a:rect l="l" t="t" r="r" b="b"/>
              <a:pathLst>
                <a:path w="2342" h="2343" extrusionOk="0">
                  <a:moveTo>
                    <a:pt x="1170" y="0"/>
                  </a:moveTo>
                  <a:cubicBezTo>
                    <a:pt x="524" y="0"/>
                    <a:pt x="1" y="526"/>
                    <a:pt x="1" y="1171"/>
                  </a:cubicBezTo>
                  <a:cubicBezTo>
                    <a:pt x="1" y="1817"/>
                    <a:pt x="524" y="2342"/>
                    <a:pt x="1170" y="2342"/>
                  </a:cubicBezTo>
                  <a:cubicBezTo>
                    <a:pt x="1816" y="2342"/>
                    <a:pt x="2341" y="1817"/>
                    <a:pt x="2341" y="1171"/>
                  </a:cubicBezTo>
                  <a:cubicBezTo>
                    <a:pt x="2341" y="526"/>
                    <a:pt x="1816" y="0"/>
                    <a:pt x="1170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295" name="Google Shape;2295;p75"/>
          <p:cNvGrpSpPr/>
          <p:nvPr/>
        </p:nvGrpSpPr>
        <p:grpSpPr>
          <a:xfrm>
            <a:off x="3313036" y="4201065"/>
            <a:ext cx="407391" cy="407391"/>
            <a:chOff x="1323129" y="2571761"/>
            <a:chExt cx="417024" cy="417024"/>
          </a:xfrm>
        </p:grpSpPr>
        <p:sp>
          <p:nvSpPr>
            <p:cNvPr id="2296" name="Google Shape;2296;p75"/>
            <p:cNvSpPr/>
            <p:nvPr/>
          </p:nvSpPr>
          <p:spPr>
            <a:xfrm>
              <a:off x="1385007" y="2719183"/>
              <a:ext cx="73337" cy="219907"/>
            </a:xfrm>
            <a:custGeom>
              <a:avLst/>
              <a:gdLst/>
              <a:ahLst/>
              <a:cxnLst/>
              <a:rect l="l" t="t" r="r" b="b"/>
              <a:pathLst>
                <a:path w="3514" h="10537" extrusionOk="0">
                  <a:moveTo>
                    <a:pt x="2342" y="1171"/>
                  </a:moveTo>
                  <a:lnTo>
                    <a:pt x="2342" y="9367"/>
                  </a:lnTo>
                  <a:lnTo>
                    <a:pt x="1171" y="9367"/>
                  </a:lnTo>
                  <a:lnTo>
                    <a:pt x="1171" y="1171"/>
                  </a:lnTo>
                  <a:close/>
                  <a:moveTo>
                    <a:pt x="586" y="0"/>
                  </a:moveTo>
                  <a:cubicBezTo>
                    <a:pt x="264" y="0"/>
                    <a:pt x="0" y="262"/>
                    <a:pt x="0" y="586"/>
                  </a:cubicBezTo>
                  <a:lnTo>
                    <a:pt x="0" y="9951"/>
                  </a:lnTo>
                  <a:cubicBezTo>
                    <a:pt x="0" y="10275"/>
                    <a:pt x="264" y="10537"/>
                    <a:pt x="586" y="10537"/>
                  </a:cubicBezTo>
                  <a:lnTo>
                    <a:pt x="2928" y="10537"/>
                  </a:lnTo>
                  <a:cubicBezTo>
                    <a:pt x="3252" y="10537"/>
                    <a:pt x="3514" y="10275"/>
                    <a:pt x="3514" y="9951"/>
                  </a:cubicBezTo>
                  <a:lnTo>
                    <a:pt x="3514" y="586"/>
                  </a:lnTo>
                  <a:cubicBezTo>
                    <a:pt x="3514" y="262"/>
                    <a:pt x="3252" y="0"/>
                    <a:pt x="2928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7" name="Google Shape;2297;p75"/>
            <p:cNvSpPr/>
            <p:nvPr/>
          </p:nvSpPr>
          <p:spPr>
            <a:xfrm>
              <a:off x="1385007" y="2621430"/>
              <a:ext cx="73337" cy="73337"/>
            </a:xfrm>
            <a:custGeom>
              <a:avLst/>
              <a:gdLst/>
              <a:ahLst/>
              <a:cxnLst/>
              <a:rect l="l" t="t" r="r" b="b"/>
              <a:pathLst>
                <a:path w="3514" h="3514" extrusionOk="0">
                  <a:moveTo>
                    <a:pt x="1757" y="1171"/>
                  </a:moveTo>
                  <a:cubicBezTo>
                    <a:pt x="2081" y="1171"/>
                    <a:pt x="2342" y="1435"/>
                    <a:pt x="2342" y="1757"/>
                  </a:cubicBezTo>
                  <a:cubicBezTo>
                    <a:pt x="2342" y="2080"/>
                    <a:pt x="2081" y="2342"/>
                    <a:pt x="1757" y="2342"/>
                  </a:cubicBezTo>
                  <a:cubicBezTo>
                    <a:pt x="1435" y="2342"/>
                    <a:pt x="1171" y="2080"/>
                    <a:pt x="1171" y="1757"/>
                  </a:cubicBezTo>
                  <a:cubicBezTo>
                    <a:pt x="1171" y="1435"/>
                    <a:pt x="1435" y="1171"/>
                    <a:pt x="1757" y="1171"/>
                  </a:cubicBezTo>
                  <a:close/>
                  <a:moveTo>
                    <a:pt x="1757" y="0"/>
                  </a:moveTo>
                  <a:cubicBezTo>
                    <a:pt x="789" y="0"/>
                    <a:pt x="0" y="789"/>
                    <a:pt x="0" y="1757"/>
                  </a:cubicBezTo>
                  <a:cubicBezTo>
                    <a:pt x="0" y="2726"/>
                    <a:pt x="789" y="3513"/>
                    <a:pt x="1757" y="3513"/>
                  </a:cubicBezTo>
                  <a:cubicBezTo>
                    <a:pt x="2726" y="3513"/>
                    <a:pt x="3514" y="2726"/>
                    <a:pt x="3514" y="1757"/>
                  </a:cubicBezTo>
                  <a:cubicBezTo>
                    <a:pt x="3514" y="789"/>
                    <a:pt x="2726" y="0"/>
                    <a:pt x="1757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8" name="Google Shape;2298;p75"/>
            <p:cNvSpPr/>
            <p:nvPr/>
          </p:nvSpPr>
          <p:spPr>
            <a:xfrm>
              <a:off x="1482759" y="2718786"/>
              <a:ext cx="195510" cy="220304"/>
            </a:xfrm>
            <a:custGeom>
              <a:avLst/>
              <a:gdLst/>
              <a:ahLst/>
              <a:cxnLst/>
              <a:rect l="l" t="t" r="r" b="b"/>
              <a:pathLst>
                <a:path w="9368" h="10556" extrusionOk="0">
                  <a:moveTo>
                    <a:pt x="5559" y="1173"/>
                  </a:moveTo>
                  <a:cubicBezTo>
                    <a:pt x="5720" y="1173"/>
                    <a:pt x="5883" y="1186"/>
                    <a:pt x="6044" y="1212"/>
                  </a:cubicBezTo>
                  <a:cubicBezTo>
                    <a:pt x="7422" y="1435"/>
                    <a:pt x="8196" y="2535"/>
                    <a:pt x="8196" y="3669"/>
                  </a:cubicBezTo>
                  <a:lnTo>
                    <a:pt x="8196" y="9386"/>
                  </a:lnTo>
                  <a:lnTo>
                    <a:pt x="7025" y="9386"/>
                  </a:lnTo>
                  <a:lnTo>
                    <a:pt x="7025" y="4702"/>
                  </a:lnTo>
                  <a:cubicBezTo>
                    <a:pt x="7025" y="3411"/>
                    <a:pt x="5975" y="2360"/>
                    <a:pt x="4683" y="2360"/>
                  </a:cubicBezTo>
                  <a:cubicBezTo>
                    <a:pt x="3392" y="2360"/>
                    <a:pt x="2341" y="3411"/>
                    <a:pt x="2341" y="4702"/>
                  </a:cubicBezTo>
                  <a:lnTo>
                    <a:pt x="2341" y="9386"/>
                  </a:lnTo>
                  <a:lnTo>
                    <a:pt x="1170" y="9386"/>
                  </a:lnTo>
                  <a:lnTo>
                    <a:pt x="1170" y="1190"/>
                  </a:lnTo>
                  <a:lnTo>
                    <a:pt x="2341" y="1190"/>
                  </a:lnTo>
                  <a:lnTo>
                    <a:pt x="2341" y="1776"/>
                  </a:lnTo>
                  <a:cubicBezTo>
                    <a:pt x="2341" y="2011"/>
                    <a:pt x="2484" y="2225"/>
                    <a:pt x="2704" y="2316"/>
                  </a:cubicBezTo>
                  <a:cubicBezTo>
                    <a:pt x="2776" y="2346"/>
                    <a:pt x="2852" y="2361"/>
                    <a:pt x="2928" y="2361"/>
                  </a:cubicBezTo>
                  <a:cubicBezTo>
                    <a:pt x="3080" y="2361"/>
                    <a:pt x="3229" y="2301"/>
                    <a:pt x="3341" y="2190"/>
                  </a:cubicBezTo>
                  <a:lnTo>
                    <a:pt x="3615" y="1916"/>
                  </a:lnTo>
                  <a:cubicBezTo>
                    <a:pt x="4086" y="1443"/>
                    <a:pt x="4813" y="1173"/>
                    <a:pt x="5559" y="1173"/>
                  </a:cubicBezTo>
                  <a:close/>
                  <a:moveTo>
                    <a:pt x="5553" y="0"/>
                  </a:moveTo>
                  <a:cubicBezTo>
                    <a:pt x="4823" y="0"/>
                    <a:pt x="4110" y="189"/>
                    <a:pt x="3509" y="536"/>
                  </a:cubicBezTo>
                  <a:cubicBezTo>
                    <a:pt x="3475" y="246"/>
                    <a:pt x="3227" y="19"/>
                    <a:pt x="2927" y="19"/>
                  </a:cubicBezTo>
                  <a:lnTo>
                    <a:pt x="586" y="19"/>
                  </a:lnTo>
                  <a:cubicBezTo>
                    <a:pt x="262" y="19"/>
                    <a:pt x="1" y="281"/>
                    <a:pt x="1" y="605"/>
                  </a:cubicBezTo>
                  <a:lnTo>
                    <a:pt x="1" y="9970"/>
                  </a:lnTo>
                  <a:cubicBezTo>
                    <a:pt x="1" y="10294"/>
                    <a:pt x="262" y="10556"/>
                    <a:pt x="586" y="10556"/>
                  </a:cubicBezTo>
                  <a:lnTo>
                    <a:pt x="2927" y="10556"/>
                  </a:lnTo>
                  <a:cubicBezTo>
                    <a:pt x="3250" y="10556"/>
                    <a:pt x="3512" y="10294"/>
                    <a:pt x="3512" y="9970"/>
                  </a:cubicBezTo>
                  <a:lnTo>
                    <a:pt x="3512" y="4702"/>
                  </a:lnTo>
                  <a:cubicBezTo>
                    <a:pt x="3512" y="4056"/>
                    <a:pt x="4038" y="3531"/>
                    <a:pt x="4683" y="3531"/>
                  </a:cubicBezTo>
                  <a:cubicBezTo>
                    <a:pt x="5329" y="3531"/>
                    <a:pt x="5854" y="4056"/>
                    <a:pt x="5854" y="4702"/>
                  </a:cubicBezTo>
                  <a:lnTo>
                    <a:pt x="5854" y="9970"/>
                  </a:lnTo>
                  <a:cubicBezTo>
                    <a:pt x="5854" y="10294"/>
                    <a:pt x="6116" y="10556"/>
                    <a:pt x="6440" y="10556"/>
                  </a:cubicBezTo>
                  <a:lnTo>
                    <a:pt x="8782" y="10556"/>
                  </a:lnTo>
                  <a:cubicBezTo>
                    <a:pt x="9104" y="10556"/>
                    <a:pt x="9368" y="10294"/>
                    <a:pt x="9368" y="9970"/>
                  </a:cubicBezTo>
                  <a:lnTo>
                    <a:pt x="9368" y="3669"/>
                  </a:lnTo>
                  <a:cubicBezTo>
                    <a:pt x="9368" y="1921"/>
                    <a:pt x="8131" y="364"/>
                    <a:pt x="6231" y="55"/>
                  </a:cubicBezTo>
                  <a:cubicBezTo>
                    <a:pt x="6005" y="18"/>
                    <a:pt x="5779" y="0"/>
                    <a:pt x="5553" y="0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299" name="Google Shape;2299;p75"/>
            <p:cNvSpPr/>
            <p:nvPr/>
          </p:nvSpPr>
          <p:spPr>
            <a:xfrm>
              <a:off x="1323129" y="2571761"/>
              <a:ext cx="417024" cy="417024"/>
            </a:xfrm>
            <a:custGeom>
              <a:avLst/>
              <a:gdLst/>
              <a:ahLst/>
              <a:cxnLst/>
              <a:rect l="l" t="t" r="r" b="b"/>
              <a:pathLst>
                <a:path w="19982" h="19982" extrusionOk="0">
                  <a:moveTo>
                    <a:pt x="17015" y="1170"/>
                  </a:moveTo>
                  <a:cubicBezTo>
                    <a:pt x="17989" y="1170"/>
                    <a:pt x="18810" y="1993"/>
                    <a:pt x="18810" y="2966"/>
                  </a:cubicBezTo>
                  <a:lnTo>
                    <a:pt x="18810" y="17015"/>
                  </a:lnTo>
                  <a:cubicBezTo>
                    <a:pt x="18810" y="17990"/>
                    <a:pt x="17989" y="18811"/>
                    <a:pt x="17015" y="18811"/>
                  </a:cubicBezTo>
                  <a:lnTo>
                    <a:pt x="2965" y="18811"/>
                  </a:lnTo>
                  <a:cubicBezTo>
                    <a:pt x="1992" y="18811"/>
                    <a:pt x="1170" y="17990"/>
                    <a:pt x="1170" y="17015"/>
                  </a:cubicBezTo>
                  <a:lnTo>
                    <a:pt x="1170" y="2966"/>
                  </a:lnTo>
                  <a:cubicBezTo>
                    <a:pt x="1170" y="1993"/>
                    <a:pt x="1992" y="1170"/>
                    <a:pt x="2965" y="1170"/>
                  </a:cubicBezTo>
                  <a:close/>
                  <a:moveTo>
                    <a:pt x="2965" y="1"/>
                  </a:moveTo>
                  <a:cubicBezTo>
                    <a:pt x="1347" y="1"/>
                    <a:pt x="0" y="1349"/>
                    <a:pt x="0" y="2966"/>
                  </a:cubicBezTo>
                  <a:lnTo>
                    <a:pt x="0" y="17015"/>
                  </a:lnTo>
                  <a:cubicBezTo>
                    <a:pt x="0" y="18635"/>
                    <a:pt x="1348" y="19982"/>
                    <a:pt x="2965" y="19982"/>
                  </a:cubicBezTo>
                  <a:lnTo>
                    <a:pt x="17017" y="19982"/>
                  </a:lnTo>
                  <a:cubicBezTo>
                    <a:pt x="18635" y="19982"/>
                    <a:pt x="19981" y="18634"/>
                    <a:pt x="19981" y="17015"/>
                  </a:cubicBezTo>
                  <a:lnTo>
                    <a:pt x="19981" y="2966"/>
                  </a:lnTo>
                  <a:cubicBezTo>
                    <a:pt x="19981" y="1347"/>
                    <a:pt x="18633" y="1"/>
                    <a:pt x="17017" y="1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300" name="Google Shape;2300;p75"/>
          <p:cNvSpPr/>
          <p:nvPr/>
        </p:nvSpPr>
        <p:spPr>
          <a:xfrm>
            <a:off x="3886539" y="4237878"/>
            <a:ext cx="409401" cy="333886"/>
          </a:xfrm>
          <a:custGeom>
            <a:avLst/>
            <a:gdLst/>
            <a:ahLst/>
            <a:cxnLst/>
            <a:rect l="l" t="t" r="r" b="b"/>
            <a:pathLst>
              <a:path w="20081" h="16377" extrusionOk="0">
                <a:moveTo>
                  <a:pt x="13632" y="1165"/>
                </a:moveTo>
                <a:cubicBezTo>
                  <a:pt x="14903" y="1165"/>
                  <a:pt x="15458" y="1658"/>
                  <a:pt x="15826" y="1984"/>
                </a:cubicBezTo>
                <a:cubicBezTo>
                  <a:pt x="16040" y="2173"/>
                  <a:pt x="16244" y="2353"/>
                  <a:pt x="16548" y="2353"/>
                </a:cubicBezTo>
                <a:cubicBezTo>
                  <a:pt x="16762" y="2353"/>
                  <a:pt x="17038" y="2293"/>
                  <a:pt x="17344" y="2196"/>
                </a:cubicBezTo>
                <a:lnTo>
                  <a:pt x="17344" y="2196"/>
                </a:lnTo>
                <a:cubicBezTo>
                  <a:pt x="17236" y="2288"/>
                  <a:pt x="17119" y="2376"/>
                  <a:pt x="16995" y="2461"/>
                </a:cubicBezTo>
                <a:cubicBezTo>
                  <a:pt x="16780" y="2612"/>
                  <a:pt x="16689" y="2889"/>
                  <a:pt x="16778" y="3137"/>
                </a:cubicBezTo>
                <a:cubicBezTo>
                  <a:pt x="16861" y="3373"/>
                  <a:pt x="17082" y="3528"/>
                  <a:pt x="17329" y="3528"/>
                </a:cubicBezTo>
                <a:cubicBezTo>
                  <a:pt x="17343" y="3528"/>
                  <a:pt x="17358" y="3527"/>
                  <a:pt x="17372" y="3526"/>
                </a:cubicBezTo>
                <a:cubicBezTo>
                  <a:pt x="17475" y="3519"/>
                  <a:pt x="17576" y="3508"/>
                  <a:pt x="17680" y="3494"/>
                </a:cubicBezTo>
                <a:lnTo>
                  <a:pt x="17680" y="3494"/>
                </a:lnTo>
                <a:cubicBezTo>
                  <a:pt x="17275" y="3802"/>
                  <a:pt x="16921" y="3990"/>
                  <a:pt x="16937" y="4786"/>
                </a:cubicBezTo>
                <a:cubicBezTo>
                  <a:pt x="16937" y="4826"/>
                  <a:pt x="16939" y="4881"/>
                  <a:pt x="16939" y="4971"/>
                </a:cubicBezTo>
                <a:cubicBezTo>
                  <a:pt x="16939" y="6510"/>
                  <a:pt x="16350" y="9097"/>
                  <a:pt x="14694" y="11320"/>
                </a:cubicBezTo>
                <a:cubicBezTo>
                  <a:pt x="13372" y="13093"/>
                  <a:pt x="10896" y="15207"/>
                  <a:pt x="6611" y="15207"/>
                </a:cubicBezTo>
                <a:cubicBezTo>
                  <a:pt x="5368" y="15207"/>
                  <a:pt x="4159" y="14996"/>
                  <a:pt x="3001" y="14582"/>
                </a:cubicBezTo>
                <a:cubicBezTo>
                  <a:pt x="4359" y="14345"/>
                  <a:pt x="5612" y="13799"/>
                  <a:pt x="6698" y="12960"/>
                </a:cubicBezTo>
                <a:cubicBezTo>
                  <a:pt x="6893" y="12812"/>
                  <a:pt x="6972" y="12557"/>
                  <a:pt x="6900" y="12323"/>
                </a:cubicBezTo>
                <a:cubicBezTo>
                  <a:pt x="6827" y="12090"/>
                  <a:pt x="6617" y="11925"/>
                  <a:pt x="6372" y="11913"/>
                </a:cubicBezTo>
                <a:cubicBezTo>
                  <a:pt x="5203" y="11849"/>
                  <a:pt x="4280" y="11209"/>
                  <a:pt x="3767" y="10448"/>
                </a:cubicBezTo>
                <a:cubicBezTo>
                  <a:pt x="3968" y="10434"/>
                  <a:pt x="4207" y="10404"/>
                  <a:pt x="4564" y="10340"/>
                </a:cubicBezTo>
                <a:cubicBezTo>
                  <a:pt x="4832" y="10294"/>
                  <a:pt x="5030" y="10071"/>
                  <a:pt x="5047" y="9801"/>
                </a:cubicBezTo>
                <a:cubicBezTo>
                  <a:pt x="5065" y="9532"/>
                  <a:pt x="4895" y="9286"/>
                  <a:pt x="4637" y="9205"/>
                </a:cubicBezTo>
                <a:cubicBezTo>
                  <a:pt x="3296" y="8787"/>
                  <a:pt x="2498" y="8025"/>
                  <a:pt x="2180" y="6838"/>
                </a:cubicBezTo>
                <a:lnTo>
                  <a:pt x="2180" y="6838"/>
                </a:lnTo>
                <a:cubicBezTo>
                  <a:pt x="2390" y="6891"/>
                  <a:pt x="2642" y="6933"/>
                  <a:pt x="3057" y="6986"/>
                </a:cubicBezTo>
                <a:cubicBezTo>
                  <a:pt x="3081" y="6989"/>
                  <a:pt x="3105" y="6991"/>
                  <a:pt x="3129" y="6991"/>
                </a:cubicBezTo>
                <a:cubicBezTo>
                  <a:pt x="3359" y="6991"/>
                  <a:pt x="3571" y="6854"/>
                  <a:pt x="3666" y="6640"/>
                </a:cubicBezTo>
                <a:cubicBezTo>
                  <a:pt x="3770" y="6403"/>
                  <a:pt x="3707" y="6125"/>
                  <a:pt x="3508" y="5957"/>
                </a:cubicBezTo>
                <a:cubicBezTo>
                  <a:pt x="2014" y="4697"/>
                  <a:pt x="1936" y="3409"/>
                  <a:pt x="2210" y="2373"/>
                </a:cubicBezTo>
                <a:lnTo>
                  <a:pt x="2210" y="2373"/>
                </a:lnTo>
                <a:cubicBezTo>
                  <a:pt x="4267" y="4464"/>
                  <a:pt x="6801" y="5670"/>
                  <a:pt x="9880" y="5882"/>
                </a:cubicBezTo>
                <a:cubicBezTo>
                  <a:pt x="9894" y="5883"/>
                  <a:pt x="9908" y="5884"/>
                  <a:pt x="9921" y="5884"/>
                </a:cubicBezTo>
                <a:cubicBezTo>
                  <a:pt x="10265" y="5884"/>
                  <a:pt x="10539" y="5586"/>
                  <a:pt x="10503" y="5239"/>
                </a:cubicBezTo>
                <a:cubicBezTo>
                  <a:pt x="10372" y="3940"/>
                  <a:pt x="10634" y="2919"/>
                  <a:pt x="11281" y="2203"/>
                </a:cubicBezTo>
                <a:cubicBezTo>
                  <a:pt x="11975" y="1437"/>
                  <a:pt x="12981" y="1165"/>
                  <a:pt x="13632" y="1165"/>
                </a:cubicBezTo>
                <a:close/>
                <a:moveTo>
                  <a:pt x="13631" y="1"/>
                </a:moveTo>
                <a:cubicBezTo>
                  <a:pt x="12698" y="1"/>
                  <a:pt x="11363" y="368"/>
                  <a:pt x="10413" y="1418"/>
                </a:cubicBezTo>
                <a:cubicBezTo>
                  <a:pt x="9665" y="2245"/>
                  <a:pt x="9291" y="3332"/>
                  <a:pt x="9300" y="4649"/>
                </a:cubicBezTo>
                <a:cubicBezTo>
                  <a:pt x="6556" y="4315"/>
                  <a:pt x="4306" y="3079"/>
                  <a:pt x="2438" y="887"/>
                </a:cubicBezTo>
                <a:cubicBezTo>
                  <a:pt x="2327" y="756"/>
                  <a:pt x="2163" y="681"/>
                  <a:pt x="1993" y="681"/>
                </a:cubicBezTo>
                <a:cubicBezTo>
                  <a:pt x="1966" y="681"/>
                  <a:pt x="1938" y="683"/>
                  <a:pt x="1911" y="687"/>
                </a:cubicBezTo>
                <a:cubicBezTo>
                  <a:pt x="1713" y="715"/>
                  <a:pt x="1541" y="843"/>
                  <a:pt x="1460" y="1025"/>
                </a:cubicBezTo>
                <a:cubicBezTo>
                  <a:pt x="1207" y="1582"/>
                  <a:pt x="876" y="2444"/>
                  <a:pt x="922" y="3466"/>
                </a:cubicBezTo>
                <a:cubicBezTo>
                  <a:pt x="952" y="4138"/>
                  <a:pt x="1138" y="4773"/>
                  <a:pt x="1479" y="5368"/>
                </a:cubicBezTo>
                <a:cubicBezTo>
                  <a:pt x="1469" y="5367"/>
                  <a:pt x="1459" y="5367"/>
                  <a:pt x="1449" y="5367"/>
                </a:cubicBezTo>
                <a:cubicBezTo>
                  <a:pt x="1114" y="5367"/>
                  <a:pt x="843" y="5650"/>
                  <a:pt x="865" y="5990"/>
                </a:cubicBezTo>
                <a:cubicBezTo>
                  <a:pt x="963" y="7455"/>
                  <a:pt x="1501" y="8589"/>
                  <a:pt x="2470" y="9380"/>
                </a:cubicBezTo>
                <a:cubicBezTo>
                  <a:pt x="2284" y="9528"/>
                  <a:pt x="2208" y="9773"/>
                  <a:pt x="2274" y="9999"/>
                </a:cubicBezTo>
                <a:cubicBezTo>
                  <a:pt x="2578" y="11057"/>
                  <a:pt x="3469" y="12207"/>
                  <a:pt x="4833" y="12757"/>
                </a:cubicBezTo>
                <a:cubicBezTo>
                  <a:pt x="3802" y="13279"/>
                  <a:pt x="2644" y="13546"/>
                  <a:pt x="1412" y="13546"/>
                </a:cubicBezTo>
                <a:cubicBezTo>
                  <a:pt x="1173" y="13546"/>
                  <a:pt x="932" y="13536"/>
                  <a:pt x="689" y="13516"/>
                </a:cubicBezTo>
                <a:cubicBezTo>
                  <a:pt x="673" y="13515"/>
                  <a:pt x="658" y="13514"/>
                  <a:pt x="642" y="13514"/>
                </a:cubicBezTo>
                <a:cubicBezTo>
                  <a:pt x="390" y="13514"/>
                  <a:pt x="164" y="13676"/>
                  <a:pt x="84" y="13919"/>
                </a:cubicBezTo>
                <a:cubicBezTo>
                  <a:pt x="0" y="14177"/>
                  <a:pt x="105" y="14460"/>
                  <a:pt x="338" y="14600"/>
                </a:cubicBezTo>
                <a:cubicBezTo>
                  <a:pt x="2284" y="15778"/>
                  <a:pt x="4395" y="16376"/>
                  <a:pt x="6611" y="16376"/>
                </a:cubicBezTo>
                <a:cubicBezTo>
                  <a:pt x="11382" y="16376"/>
                  <a:pt x="14151" y="14008"/>
                  <a:pt x="15631" y="12019"/>
                </a:cubicBezTo>
                <a:cubicBezTo>
                  <a:pt x="17461" y="9567"/>
                  <a:pt x="18108" y="6689"/>
                  <a:pt x="18108" y="4971"/>
                </a:cubicBezTo>
                <a:cubicBezTo>
                  <a:pt x="18108" y="4747"/>
                  <a:pt x="18103" y="4701"/>
                  <a:pt x="18110" y="4637"/>
                </a:cubicBezTo>
                <a:cubicBezTo>
                  <a:pt x="18336" y="4435"/>
                  <a:pt x="18964" y="4133"/>
                  <a:pt x="19935" y="2718"/>
                </a:cubicBezTo>
                <a:cubicBezTo>
                  <a:pt x="20080" y="2505"/>
                  <a:pt x="20070" y="2221"/>
                  <a:pt x="19909" y="2019"/>
                </a:cubicBezTo>
                <a:cubicBezTo>
                  <a:pt x="19795" y="1879"/>
                  <a:pt x="19625" y="1801"/>
                  <a:pt x="19451" y="1801"/>
                </a:cubicBezTo>
                <a:cubicBezTo>
                  <a:pt x="19377" y="1801"/>
                  <a:pt x="19303" y="1815"/>
                  <a:pt x="19231" y="1844"/>
                </a:cubicBezTo>
                <a:cubicBezTo>
                  <a:pt x="19194" y="1860"/>
                  <a:pt x="19155" y="1874"/>
                  <a:pt x="19118" y="1890"/>
                </a:cubicBezTo>
                <a:cubicBezTo>
                  <a:pt x="19269" y="1630"/>
                  <a:pt x="19392" y="1356"/>
                  <a:pt x="19490" y="1062"/>
                </a:cubicBezTo>
                <a:cubicBezTo>
                  <a:pt x="19564" y="841"/>
                  <a:pt x="19498" y="598"/>
                  <a:pt x="19327" y="443"/>
                </a:cubicBezTo>
                <a:cubicBezTo>
                  <a:pt x="19217" y="344"/>
                  <a:pt x="19076" y="292"/>
                  <a:pt x="18934" y="292"/>
                </a:cubicBezTo>
                <a:cubicBezTo>
                  <a:pt x="18853" y="292"/>
                  <a:pt x="18771" y="309"/>
                  <a:pt x="18694" y="344"/>
                </a:cubicBezTo>
                <a:cubicBezTo>
                  <a:pt x="18690" y="345"/>
                  <a:pt x="18676" y="351"/>
                  <a:pt x="18651" y="363"/>
                </a:cubicBezTo>
                <a:cubicBezTo>
                  <a:pt x="17724" y="830"/>
                  <a:pt x="16999" y="1103"/>
                  <a:pt x="16670" y="1166"/>
                </a:cubicBezTo>
                <a:cubicBezTo>
                  <a:pt x="16647" y="1147"/>
                  <a:pt x="16624" y="1126"/>
                  <a:pt x="16603" y="1106"/>
                </a:cubicBezTo>
                <a:cubicBezTo>
                  <a:pt x="16194" y="745"/>
                  <a:pt x="15347" y="1"/>
                  <a:pt x="13631" y="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US Great Outdoors Month by Slidesgo">
  <a:themeElements>
    <a:clrScheme name="Simple Light">
      <a:dk1>
        <a:srgbClr val="000000"/>
      </a:dk1>
      <a:lt1>
        <a:srgbClr val="04303A"/>
      </a:lt1>
      <a:dk2>
        <a:srgbClr val="648E71"/>
      </a:dk2>
      <a:lt2>
        <a:srgbClr val="AED080"/>
      </a:lt2>
      <a:accent1>
        <a:srgbClr val="F6EFD3"/>
      </a:accent1>
      <a:accent2>
        <a:srgbClr val="FABC6E"/>
      </a:accent2>
      <a:accent3>
        <a:srgbClr val="EF7963"/>
      </a:accent3>
      <a:accent4>
        <a:srgbClr val="662C26"/>
      </a:accent4>
      <a:accent5>
        <a:srgbClr val="B6DFE7"/>
      </a:accent5>
      <a:accent6>
        <a:srgbClr val="FFFFFF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1855</TotalTime>
  <Words>872</Words>
  <Application>Microsoft Office PowerPoint</Application>
  <PresentationFormat>On-screen Show (16:9)</PresentationFormat>
  <Paragraphs>184</Paragraphs>
  <Slides>37</Slides>
  <Notes>37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37</vt:i4>
      </vt:variant>
    </vt:vector>
  </HeadingPairs>
  <TitlesOfParts>
    <vt:vector size="42" baseType="lpstr">
      <vt:lpstr>Bebas Neue</vt:lpstr>
      <vt:lpstr>Kalam</vt:lpstr>
      <vt:lpstr>Special Elite</vt:lpstr>
      <vt:lpstr>Arial</vt:lpstr>
      <vt:lpstr>US Great Outdoors Month by Slidesgo</vt:lpstr>
      <vt:lpstr>Introduction to Object-Oriented Programming: Java</vt:lpstr>
      <vt:lpstr>Chapter 5</vt:lpstr>
      <vt:lpstr>Vocabulary, Concepts, and  Skills</vt:lpstr>
      <vt:lpstr>VOCABULARY</vt:lpstr>
      <vt:lpstr>CONCEPTS</vt:lpstr>
      <vt:lpstr>SKILLS</vt:lpstr>
      <vt:lpstr>Chapter 5</vt:lpstr>
      <vt:lpstr>Using Only One Single Return</vt:lpstr>
      <vt:lpstr>Multiple return Statements</vt:lpstr>
      <vt:lpstr>Using a Single return Statement</vt:lpstr>
      <vt:lpstr>Methods That Do Tasks</vt:lpstr>
      <vt:lpstr>Methods that Do Tasks</vt:lpstr>
      <vt:lpstr>Void Methods</vt:lpstr>
      <vt:lpstr>Using the Type void</vt:lpstr>
      <vt:lpstr>Void Methods—An Example</vt:lpstr>
      <vt:lpstr>An Example of a void Method</vt:lpstr>
      <vt:lpstr>The Method</vt:lpstr>
      <vt:lpstr>A Method That Calls Our  Method</vt:lpstr>
      <vt:lpstr>How This Works</vt:lpstr>
      <vt:lpstr>Another Example of Calling a Method</vt:lpstr>
      <vt:lpstr>Running this Example</vt:lpstr>
      <vt:lpstr>More Vocabulary</vt:lpstr>
      <vt:lpstr>Vocabulary for Using a Method</vt:lpstr>
      <vt:lpstr>Summary: Creating Methods</vt:lpstr>
      <vt:lpstr>Steps for Creating a Method</vt:lpstr>
      <vt:lpstr>Methods Are Very Valuable</vt:lpstr>
      <vt:lpstr>The Value of Methods</vt:lpstr>
      <vt:lpstr>The Benefits of Using Modules</vt:lpstr>
      <vt:lpstr>Unit Testing</vt:lpstr>
      <vt:lpstr>Unit Testing-A Modular Idea</vt:lpstr>
      <vt:lpstr>Illustrating a Class--UML</vt:lpstr>
      <vt:lpstr>Unified Modeling Language (UML)</vt:lpstr>
      <vt:lpstr>UML for the Dog Class</vt:lpstr>
      <vt:lpstr>Explanation of that UML</vt:lpstr>
      <vt:lpstr>Those +, - Signs</vt:lpstr>
      <vt:lpstr>Information Hiding</vt:lpstr>
      <vt:lpstr>THANKS!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 GREAT OUTDOORS MONTH</dc:title>
  <dc:creator>James Hoffman</dc:creator>
  <cp:lastModifiedBy>Hoffman, James</cp:lastModifiedBy>
  <cp:revision>144</cp:revision>
  <cp:lastPrinted>2022-06-21T15:58:31Z</cp:lastPrinted>
  <dcterms:modified xsi:type="dcterms:W3CDTF">2023-07-11T13:57:15Z</dcterms:modified>
</cp:coreProperties>
</file>